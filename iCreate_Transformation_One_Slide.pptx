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iCreate Transformation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CURRENT STATE: Manual, </a:t>
            </a:r>
            <a:r>
              <a:rPr dirty="0" err="1"/>
              <a:t>iCreate</a:t>
            </a:r>
            <a:r>
              <a:rPr dirty="0"/>
              <a:t>-driven, duplicate work (3DX + </a:t>
            </a:r>
            <a:r>
              <a:rPr dirty="0" err="1"/>
              <a:t>iCreate</a:t>
            </a:r>
            <a:r>
              <a:rPr dirty="0"/>
              <a:t>)</a:t>
            </a:r>
          </a:p>
          <a:p>
            <a:r>
              <a:rPr dirty="0"/>
              <a:t>      ↓</a:t>
            </a:r>
          </a:p>
          <a:p>
            <a:r>
              <a:rPr dirty="0"/>
              <a:t>PHASE 1 (L460 - 2026</a:t>
            </a:r>
            <a:r>
              <a:t>): </a:t>
            </a:r>
            <a:r>
              <a:rPr lang="en-US"/>
              <a:t>Single Plant</a:t>
            </a:r>
            <a:r>
              <a:t>+ </a:t>
            </a:r>
            <a:r>
              <a:rPr dirty="0"/>
              <a:t>Impact Analysis</a:t>
            </a:r>
          </a:p>
          <a:p>
            <a:r>
              <a:rPr dirty="0"/>
              <a:t>      ↓</a:t>
            </a:r>
          </a:p>
          <a:p>
            <a:r>
              <a:rPr dirty="0"/>
              <a:t>PHASE 2 (L461 Expansion): Reusable workflows + Event-based triggers</a:t>
            </a:r>
          </a:p>
          <a:p>
            <a:r>
              <a:rPr dirty="0"/>
              <a:t>      ↓</a:t>
            </a:r>
          </a:p>
          <a:p>
            <a:r>
              <a:rPr dirty="0"/>
              <a:t>PHASE 3 (Legacy Vehicles): Service BOM + Lifecycle integration</a:t>
            </a:r>
          </a:p>
          <a:p>
            <a:r>
              <a:rPr dirty="0"/>
              <a:t>      ↓</a:t>
            </a:r>
          </a:p>
          <a:p>
            <a:r>
              <a:rPr dirty="0"/>
              <a:t>FUTURE STATE: AI-driven Intelligent Change Platform</a:t>
            </a:r>
          </a:p>
          <a:p>
            <a:r>
              <a:rPr dirty="0"/>
              <a:t>- Auto impact analysis</a:t>
            </a:r>
          </a:p>
          <a:p>
            <a:r>
              <a:rPr dirty="0"/>
              <a:t>- Smart change creation</a:t>
            </a:r>
          </a:p>
          <a:p>
            <a:r>
              <a:rPr dirty="0"/>
              <a:t>- Predictive insights</a:t>
            </a:r>
          </a:p>
          <a:p>
            <a:r>
              <a:rPr dirty="0"/>
              <a:t>- Full </a:t>
            </a:r>
            <a:r>
              <a:rPr dirty="0" err="1"/>
              <a:t>iCreate</a:t>
            </a:r>
            <a:r>
              <a:rPr dirty="0"/>
              <a:t> decommission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iCreate Transformation Journey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Gupta, Shweta (S.)</dc:creator>
  <cp:keywords/>
  <dc:description>generated using python-pptx</dc:description>
  <cp:lastModifiedBy>Shweta Gupta</cp:lastModifiedBy>
  <cp:revision>3</cp:revision>
  <dcterms:created xsi:type="dcterms:W3CDTF">2013-01-27T09:14:16Z</dcterms:created>
  <dcterms:modified xsi:type="dcterms:W3CDTF">2026-06-01T07:01:21Z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89eaf13-f528-470e-bf6b-38b666617431_Enabled">
    <vt:lpwstr>true</vt:lpwstr>
  </property>
  <property fmtid="{D5CDD505-2E9C-101B-9397-08002B2CF9AE}" pid="3" name="MSIP_Label_289eaf13-f528-470e-bf6b-38b666617431_SetDate">
    <vt:lpwstr>2026-05-26T12:47:04Z</vt:lpwstr>
  </property>
  <property fmtid="{D5CDD505-2E9C-101B-9397-08002B2CF9AE}" pid="4" name="MSIP_Label_289eaf13-f528-470e-bf6b-38b666617431_Method">
    <vt:lpwstr>Standard</vt:lpwstr>
  </property>
  <property fmtid="{D5CDD505-2E9C-101B-9397-08002B2CF9AE}" pid="5" name="MSIP_Label_289eaf13-f528-470e-bf6b-38b666617431_Name">
    <vt:lpwstr>Proprietary</vt:lpwstr>
  </property>
  <property fmtid="{D5CDD505-2E9C-101B-9397-08002B2CF9AE}" pid="6" name="MSIP_Label_289eaf13-f528-470e-bf6b-38b666617431_SiteId">
    <vt:lpwstr>4c087f80-1e07-4f72-9e41-d7d9748d0f4c</vt:lpwstr>
  </property>
  <property fmtid="{D5CDD505-2E9C-101B-9397-08002B2CF9AE}" pid="7" name="MSIP_Label_289eaf13-f528-470e-bf6b-38b666617431_ActionId">
    <vt:lpwstr>a1e74861-2b49-4be1-8241-0e9a3b790896</vt:lpwstr>
  </property>
  <property fmtid="{D5CDD505-2E9C-101B-9397-08002B2CF9AE}" pid="8" name="MSIP_Label_289eaf13-f528-470e-bf6b-38b666617431_ContentBits">
    <vt:lpwstr>0</vt:lpwstr>
  </property>
  <property fmtid="{D5CDD505-2E9C-101B-9397-08002B2CF9AE}" pid="9" name="MSIP_Label_289eaf13-f528-470e-bf6b-38b666617431_Tag">
    <vt:lpwstr>10, 3, 0, 2</vt:lpwstr>
  </property>
</Properties>
</file>