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_80000000_2D2C8445.xml" ContentType="application/vnd.openxmlformats-officedocument.presentationml.slideMaster+xml"/>
  <Override PartName="/ppt/slides/slide_A01_800CF082.xml" ContentType="application/vnd.openxmlformats-officedocument.presentationml.slide+xml"/>
  <Override PartName="/ppt/slides/slide_A02_A415E9F5.xml" ContentType="application/vnd.openxmlformats-officedocument.presentationml.slide+xml"/>
  <Override PartName="/ppt/slides/slide_A03_3AB6C03D.xml" ContentType="application/vnd.openxmlformats-officedocument.presentationml.slide+xml"/>
  <Override PartName="/ppt/slides/slide_A04_F512D6D6.xml" ContentType="application/vnd.openxmlformats-officedocument.presentationml.slide+xml"/>
  <Override PartName="/ppt/slides/slide_A05_DEDDE486.xml" ContentType="application/vnd.openxmlformats-officedocument.presentationml.slide+xml"/>
  <Override PartName="/ppt/slides/slide_A06_F2B9E088.xml" ContentType="application/vnd.openxmlformats-officedocument.presentationml.slide+xml"/>
  <Override PartName="/ppt/slides/slide_A07_495430CA.xml" ContentType="application/vnd.openxmlformats-officedocument.presentationml.slide+xml"/>
  <Override PartName="/ppt/slides/slide_A08_AC34582F.xml" ContentType="application/vnd.openxmlformats-officedocument.presentationml.slide+xml"/>
  <Override PartName="/ppt/slides/slide_A09_238D398D.xml" ContentType="application/vnd.openxmlformats-officedocument.presentationml.slide+xml"/>
  <Override PartName="/ppt/slides/slide_A0A_D2ED6AB9.xml" ContentType="application/vnd.openxmlformats-officedocument.presentationml.slide+xml"/>
  <Override PartName="/ppt/slides/slide_A0B_6773452B.xml" ContentType="application/vnd.openxmlformats-officedocument.presentationml.slide+xml"/>
  <Override PartName="/ppt/slides/slide_A0C_63CB6FAC.xml" ContentType="application/vnd.openxmlformats-officedocument.presentationml.slide+xml"/>
  <Override PartName="/ppt/slides/slide_A0D_2891C058.xml" ContentType="application/vnd.openxmlformats-officedocument.presentationml.slide+xml"/>
  <Override PartName="/ppt/slides/slide_A0E_2C7994CE.xml" ContentType="application/vnd.openxmlformats-officedocument.presentationml.slide+xml"/>
  <Override PartName="/ppt/slides/slide_A0F_18706839.xml" ContentType="application/vnd.openxmlformats-officedocument.presentationml.slide+xml"/>
  <Override PartName="/ppt/slides/slide_A10_589576D8.xml" ContentType="application/vnd.openxmlformats-officedocument.presentationml.slide+xml"/>
  <Override PartName="/ppt/slides/slide_A11_871F1F8F.xml" ContentType="application/vnd.openxmlformats-officedocument.presentationml.slide+xml"/>
  <Override PartName="/ppt/notesMasters/notesMaster_0_205A8120.xml" ContentType="application/vnd.openxmlformats-officedocument.presentationml.notesMaster+xml"/>
  <Override PartName="/ppt/presProps.xml" ContentType="application/vnd.openxmlformats-officedocument.presentationml.presProps+xml"/>
  <Override PartName="/ppt/theme/theme_80000000_2D2C8445.xml" ContentType="application/vnd.openxmlformats-officedocument.theme+xml"/>
  <Override PartName="/ppt/tableStyles.xml" ContentType="application/vnd.openxmlformats-officedocument.presentationml.tableStyles+xml"/>
  <Override PartName="/ppt/slideLayouts/slideLayout_80000001_8A7A8D60.xml" ContentType="application/vnd.openxmlformats-officedocument.presentationml.slideLayout+xml"/>
  <Override PartName="/ppt/slideLayouts/slideLayout_80000002_7516BA0A.xml" ContentType="application/vnd.openxmlformats-officedocument.presentationml.slideLayout+xml"/>
  <Override PartName="/ppt/slideLayouts/slideLayout_80000003_E3714A2F.xml" ContentType="application/vnd.openxmlformats-officedocument.presentationml.slideLayout+xml"/>
  <Override PartName="/ppt/slideLayouts/slideLayout_80000004_42B32F4E.xml" ContentType="application/vnd.openxmlformats-officedocument.presentationml.slideLayout+xml"/>
  <Override PartName="/ppt/slideLayouts/slideLayout_80000005_7D53ED18.xml" ContentType="application/vnd.openxmlformats-officedocument.presentationml.slideLayout+xml"/>
  <Override PartName="/ppt/slideLayouts/slideLayout_80000006_DE2E2B73.xml" ContentType="application/vnd.openxmlformats-officedocument.presentationml.slideLayout+xml"/>
  <Override PartName="/ppt/slideLayouts/slideLayout_80000007_C788CF97.xml" ContentType="application/vnd.openxmlformats-officedocument.presentationml.slideLayout+xml"/>
  <Override PartName="/ppt/slideLayouts/slideLayout_80000008_7E191B8C.xml" ContentType="application/vnd.openxmlformats-officedocument.presentationml.slideLayout+xml"/>
  <Override PartName="/ppt/slideLayouts/slideLayout_80000009_5DE709CE.xml" ContentType="application/vnd.openxmlformats-officedocument.presentationml.slideLayout+xml"/>
  <Override PartName="/ppt/slideLayouts/slideLayout_8000000A_97C94C5F.xml" ContentType="application/vnd.openxmlformats-officedocument.presentationml.slideLayout+xml"/>
  <Override PartName="/ppt/slideLayouts/slideLayout_8000000B_28F9FFDF.xml" ContentType="application/vnd.openxmlformats-officedocument.presentationml.slideLayout+xml"/>
  <Override PartName="/ppt/slideLayouts/slideLayout_80000018_1F6085D4.xml" ContentType="application/vnd.openxmlformats-officedocument.presentationml.slideLayout+xml"/>
  <Override PartName="/ppt/slideLayouts/slideLayout_80000019_F1A58951.xml" ContentType="application/vnd.openxmlformats-officedocument.presentationml.slideLayout+xml"/>
  <Override PartName="/ppt/slideLayouts/slideLayout_8000001A_871BFDC.xml" ContentType="application/vnd.openxmlformats-officedocument.presentationml.slideLayout+xml"/>
  <Override PartName="/ppt/slideLayouts/slideLayout_8000001B_8DB74498.xml" ContentType="application/vnd.openxmlformats-officedocument.presentationml.slideLayout+xml"/>
  <Override PartName="/ppt/slideLayouts/slideLayout_8000001C_5C3D61B2.xml" ContentType="application/vnd.openxmlformats-officedocument.presentationml.slideLayout+xml"/>
  <Override PartName="/ppt/slideLayouts/slideLayout_8000001D_FF390DCD.xml" ContentType="application/vnd.openxmlformats-officedocument.presentationml.slideLayout+xml"/>
  <Override PartName="/ppt/slideLayouts/slideLayout_8000001E_1D47ABAD.xml" ContentType="application/vnd.openxmlformats-officedocument.presentationml.slideLayout+xml"/>
  <Override PartName="/ppt/slideLayouts/slideLayout_8000001F_A596171D.xml" ContentType="application/vnd.openxmlformats-officedocument.presentationml.slideLayout+xml"/>
  <Override PartName="/ppt/slideLayouts/slideLayout_80000020_45AD551D.xml" ContentType="application/vnd.openxmlformats-officedocument.presentationml.slideLayout+xml"/>
  <Override PartName="/ppt/slideLayouts/slideLayout_80000021_F983F9EC.xml" ContentType="application/vnd.openxmlformats-officedocument.presentationml.slideLayout+xml"/>
  <Override PartName="/ppt/slideLayouts/slideLayout_80000022_B92581E2.xml" ContentType="application/vnd.openxmlformats-officedocument.presentationml.slideLayout+xml"/>
  <Override PartName="/ppt/slideLayouts/slideLayout_80000023_4389BBD2.xml" ContentType="application/vnd.openxmlformats-officedocument.presentationml.slideLayout+xml"/>
  <Override PartName="/ppt/slideLayouts/slideLayout_80000024_2CF0C740.xml" ContentType="application/vnd.openxmlformats-officedocument.presentationml.slideLayout+xml"/>
  <Override PartName="/ppt/slideLayouts/slideLayout_80000025_CEEBBA44.xml" ContentType="application/vnd.openxmlformats-officedocument.presentationml.slideLayout+xml"/>
  <Override PartName="/ppt/slideLayouts/slideLayout_80000026_486BFDC1.xml" ContentType="application/vnd.openxmlformats-officedocument.presentationml.slideLayout+xml"/>
  <Override PartName="/ppt/slideLayouts/slideLayout_80000027_B6D15635.xml" ContentType="application/vnd.openxmlformats-officedocument.presentationml.slideLayout+xml"/>
  <Override PartName="/ppt/slideLayouts/slideLayout_80000028_572E2E7D.xml" ContentType="application/vnd.openxmlformats-officedocument.presentationml.slideLayout+xml"/>
  <Override PartName="/ppt/slideLayouts/slideLayout_80000029_529D9E8E.xml" ContentType="application/vnd.openxmlformats-officedocument.presentationml.slideLayout+xml"/>
  <Override PartName="/ppt/slideLayouts/slideLayout_8000002A_785C192E.xml" ContentType="application/vnd.openxmlformats-officedocument.presentationml.slideLayout+xml"/>
  <Override PartName="/ppt/slideLayouts/slideLayout_8000002B_4B7EEFDD.xml" ContentType="application/vnd.openxmlformats-officedocument.presentationml.slideLayout+xml"/>
  <Override PartName="/ppt/slideLayouts/slideLayout_8000002C_D1CDD391.xml" ContentType="application/vnd.openxmlformats-officedocument.presentationml.slideLayout+xml"/>
  <Override PartName="/ppt/slideLayouts/slideLayout_8000002D_E9A179FD.xml" ContentType="application/vnd.openxmlformats-officedocument.presentationml.slideLayout+xml"/>
  <Override PartName="/ppt/slideLayouts/slideLayout_8000002E_59D4484F.xml" ContentType="application/vnd.openxmlformats-officedocument.presentationml.slideLayout+xml"/>
  <Override PartName="/ppt/slideLayouts/slideLayout_8000002F_DF1DF859.xml" ContentType="application/vnd.openxmlformats-officedocument.presentationml.slideLayout+xml"/>
  <Override PartName="/ppt/slideLayouts/slideLayout_80000030_291ACE0D.xml" ContentType="application/vnd.openxmlformats-officedocument.presentationml.slideLayout+xml"/>
  <Override PartName="/ppt/slideLayouts/slideLayout_80000031_98785BE4.xml" ContentType="application/vnd.openxmlformats-officedocument.presentationml.slideLayout+xml"/>
  <Override PartName="/ppt/slideLayouts/slideLayout_80000032_EE67F743.xml" ContentType="application/vnd.openxmlformats-officedocument.presentationml.slideLayout+xml"/>
  <Override PartName="/ppt/slideLayouts/slideLayout_80000033_86C91987.xml" ContentType="application/vnd.openxmlformats-officedocument.presentationml.slideLayout+xml"/>
  <Override PartName="/ppt/slideLayouts/slideLayout_80000034_6409A788.xml" ContentType="application/vnd.openxmlformats-officedocument.presentationml.slideLayout+xml"/>
  <Override PartName="/ppt/slideLayouts/slideLayout_80000035_2AAA2BBE.xml" ContentType="application/vnd.openxmlformats-officedocument.presentationml.slideLayout+xml"/>
  <Override PartName="/ppt/slideLayouts/slideLayout_80000036_BFBB9B36.xml" ContentType="application/vnd.openxmlformats-officedocument.presentationml.slideLayout+xml"/>
  <Override PartName="/ppt/slideLayouts/slideLayout_80000037_9369B70D.xml" ContentType="application/vnd.openxmlformats-officedocument.presentationml.slideLayout+xml"/>
  <Override PartName="/ppt/slideLayouts/slideLayout_80000038_AD4C7468.xml" ContentType="application/vnd.openxmlformats-officedocument.presentationml.slideLayout+xml"/>
  <Override PartName="/ppt/slideLayouts/slideLayout_80000039_D7DAE23C.xml" ContentType="application/vnd.openxmlformats-officedocument.presentationml.slideLayout+xml"/>
  <Override PartName="/ppt/slideLayouts/slideLayout_8000003A_C998CAC1.xml" ContentType="application/vnd.openxmlformats-officedocument.presentationml.slideLayout+xml"/>
  <Override PartName="/ppt/slideLayouts/slideLayout_8000003B_AE1F91C5.xml" ContentType="application/vnd.openxmlformats-officedocument.presentationml.slideLayout+xml"/>
  <Override PartName="/ppt/slideLayouts/slideLayout_8000003C_A5025A59.xml" ContentType="application/vnd.openxmlformats-officedocument.presentationml.slideLayout+xml"/>
  <Override PartName="/ppt/slideLayouts/slideLayout_8000003D_F8113A79.xml" ContentType="application/vnd.openxmlformats-officedocument.presentationml.slideLayout+xml"/>
  <Override PartName="/ppt/slideLayouts/slideLayout_8000003E_4582783A.xml" ContentType="application/vnd.openxmlformats-officedocument.presentationml.slideLayout+xml"/>
  <Override PartName="/ppt/slideLayouts/slideLayout_8000003F_BCC270E3.xml" ContentType="application/vnd.openxmlformats-officedocument.presentationml.slideLayout+xml"/>
  <Override PartName="/ppt/theme/theme_0_205A8120.xml" ContentType="application/vnd.openxmlformats-officedocument.theme+xml"/>
  <Override PartName="/ppt/notesSlides/notesSlide_A01_800CF082.xml" ContentType="application/vnd.openxmlformats-officedocument.presentationml.notesSlide+xml"/>
  <Override PartName="/ppt/notesSlides/notesSlide_A02_A415E9F5.xml" ContentType="application/vnd.openxmlformats-officedocument.presentationml.notesSlide+xml"/>
  <Override PartName="/ppt/notesSlides/notesSlide_A03_3AB6C03D.xml" ContentType="application/vnd.openxmlformats-officedocument.presentationml.notesSlide+xml"/>
  <Override PartName="/ppt/notesSlides/notesSlide_A04_F512D6D6.xml" ContentType="application/vnd.openxmlformats-officedocument.presentationml.notesSlide+xml"/>
  <Override PartName="/ppt/notesSlides/notesSlide_A05_DEDDE486.xml" ContentType="application/vnd.openxmlformats-officedocument.presentationml.notesSlide+xml"/>
  <Override PartName="/ppt/notesSlides/notesSlide_A06_F2B9E088.xml" ContentType="application/vnd.openxmlformats-officedocument.presentationml.notesSlide+xml"/>
  <Override PartName="/ppt/notesSlides/notesSlide_A07_495430CA.xml" ContentType="application/vnd.openxmlformats-officedocument.presentationml.notesSlide+xml"/>
  <Override PartName="/ppt/notesSlides/notesSlide_A08_AC34582F.xml" ContentType="application/vnd.openxmlformats-officedocument.presentationml.notesSlide+xml"/>
  <Override PartName="/ppt/notesSlides/notesSlide_A09_238D398D.xml" ContentType="application/vnd.openxmlformats-officedocument.presentationml.notesSlide+xml"/>
  <Override PartName="/ppt/notesSlides/notesSlide_A0A_D2ED6AB9.xml" ContentType="application/vnd.openxmlformats-officedocument.presentationml.notesSlide+xml"/>
  <Override PartName="/ppt/notesSlides/notesSlide_A0B_6773452B.xml" ContentType="application/vnd.openxmlformats-officedocument.presentationml.notesSlide+xml"/>
  <Override PartName="/ppt/notesSlides/notesSlide_A0C_63CB6FAC.xml" ContentType="application/vnd.openxmlformats-officedocument.presentationml.notesSlide+xml"/>
  <Override PartName="/ppt/notesSlides/notesSlide_A0D_2891C058.xml" ContentType="application/vnd.openxmlformats-officedocument.presentationml.notesSlide+xml"/>
  <Override PartName="/ppt/notesSlides/notesSlide_A0E_2C7994CE.xml" ContentType="application/vnd.openxmlformats-officedocument.presentationml.notesSlide+xml"/>
  <Override PartName="/ppt/notesSlides/notesSlide_A0F_18706839.xml" ContentType="application/vnd.openxmlformats-officedocument.presentationml.notesSlide+xml"/>
  <Override PartName="/ppt/notesSlides/notesSlide_A10_589576D8.xml" ContentType="application/vnd.openxmlformats-officedocument.presentationml.notesSlide+xml"/>
  <Override PartName="/ppt/notesSlides/notesSlide_A11_871F1F8F.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Create Transformation Roadmap: Toward Intelligent Change Management" id="{AB07D4FF-29EF-4039-BC05-EAE6A7D69602}">
          <p14:sldIdLst>
            <p14:sldId id="2561"/>
          </p14:sldIdLst>
        </p14:section>
        <p14:section name="Context and Need for Transformation" id="{3F47985E-37D4-44DA-9181-FBC5A4CF02F0}">
          <p14:sldIdLst>
            <p14:sldId id="2562"/>
            <p14:sldId id="2563"/>
            <p14:sldId id="2564"/>
          </p14:sldIdLst>
        </p14:section>
        <p14:section name="Strategic Vision and Phased Approach" id="{72231B94-88E8-4762-9972-1DC575931536}">
          <p14:sldIdLst>
            <p14:sldId id="2565"/>
            <p14:sldId id="2566"/>
            <p14:sldId id="2567"/>
          </p14:sldIdLst>
        </p14:section>
        <p14:section name="Program-Based Rollout Roadmap" id="{A5CC9433-DC8D-4C74-8603-B47995825A91}">
          <p14:sldIdLst>
            <p14:sldId id="2568"/>
            <p14:sldId id="2569"/>
            <p14:sldId id="2570"/>
            <p14:sldId id="2571"/>
          </p14:sldIdLst>
        </p14:section>
        <p14:section name="Solution Architecture and Capabilities" id="{7C6BAEA7-6C08-44F3-8141-A5A66E3E9A09}">
          <p14:sldIdLst>
            <p14:sldId id="2572"/>
            <p14:sldId id="2573"/>
            <p14:sldId id="2574"/>
          </p14:sldIdLst>
        </p14:section>
        <p14:section name="Value, Timeline, and Conclusion" id="{0E6BFCF3-F65E-4054-AE05-C57BC218D4B0}">
          <p14:sldIdLst>
            <p14:sldId id="2575"/>
            <p14:sldId id="2576"/>
            <p14:sldId id="25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495430CA.xml"/><Relationship Id="rId13" Type="http://schemas.openxmlformats.org/officeDocument/2006/relationships/slide" Target="slides/slide_A0C_63CB6FAC.xml"/><Relationship Id="rId18" Type="http://schemas.openxmlformats.org/officeDocument/2006/relationships/slide" Target="slides/slide_A11_871F1F8F.xml"/><Relationship Id="rId3" Type="http://schemas.openxmlformats.org/officeDocument/2006/relationships/slide" Target="slides/slide_A02_A415E9F5.xml"/><Relationship Id="rId21" Type="http://schemas.openxmlformats.org/officeDocument/2006/relationships/theme" Target="theme/theme_80000000_2D2C8445.xml"/><Relationship Id="rId7" Type="http://schemas.openxmlformats.org/officeDocument/2006/relationships/slide" Target="slides/slide_A06_F2B9E088.xml"/><Relationship Id="rId12" Type="http://schemas.openxmlformats.org/officeDocument/2006/relationships/slide" Target="slides/slide_A0B_6773452B.xml"/><Relationship Id="rId17" Type="http://schemas.openxmlformats.org/officeDocument/2006/relationships/slide" Target="slides/slide_A10_589576D8.xml"/><Relationship Id="rId2" Type="http://schemas.openxmlformats.org/officeDocument/2006/relationships/slide" Target="slides/slide_A01_800CF082.xml"/><Relationship Id="rId16" Type="http://schemas.openxmlformats.org/officeDocument/2006/relationships/slide" Target="slides/slide_A0F_18706839.xml"/><Relationship Id="rId20" Type="http://schemas.openxmlformats.org/officeDocument/2006/relationships/presProps" Target="presProps.xml"/><Relationship Id="rId1" Type="http://schemas.openxmlformats.org/officeDocument/2006/relationships/slideMaster" Target="slideMasters/slideMaster_80000000_2D2C8445.xml"/><Relationship Id="rId6" Type="http://schemas.openxmlformats.org/officeDocument/2006/relationships/slide" Target="slides/slide_A05_DEDDE486.xml"/><Relationship Id="rId11" Type="http://schemas.openxmlformats.org/officeDocument/2006/relationships/slide" Target="slides/slide_A0A_D2ED6AB9.xml"/><Relationship Id="rId5" Type="http://schemas.openxmlformats.org/officeDocument/2006/relationships/slide" Target="slides/slide_A04_F512D6D6.xml"/><Relationship Id="rId15" Type="http://schemas.openxmlformats.org/officeDocument/2006/relationships/slide" Target="slides/slide_A0E_2C7994CE.xml"/><Relationship Id="rId10" Type="http://schemas.openxmlformats.org/officeDocument/2006/relationships/slide" Target="slides/slide_A09_238D398D.xml"/><Relationship Id="rId19" Type="http://schemas.openxmlformats.org/officeDocument/2006/relationships/notesMaster" Target="notesMasters/notesMaster_0_205A8120.xml"/><Relationship Id="rId4" Type="http://schemas.openxmlformats.org/officeDocument/2006/relationships/slide" Target="slides/slide_A03_3AB6C03D.xml"/><Relationship Id="rId9" Type="http://schemas.openxmlformats.org/officeDocument/2006/relationships/slide" Target="slides/slide_A08_AC34582F.xml"/><Relationship Id="rId14" Type="http://schemas.openxmlformats.org/officeDocument/2006/relationships/slide" Target="slides/slide_A0D_2891C058.xml"/><Relationship Id="rId22" Type="http://schemas.openxmlformats.org/officeDocument/2006/relationships/tableStyles" Target="tableStyles.xml"/></Relationships>
</file>

<file path=ppt/notesMasters/_rels/notesMaster_0_205A8120.xml.rels><?xml version="1.0" encoding="UTF-8" standalone="yes"?>
<Relationships xmlns="http://schemas.openxmlformats.org/package/2006/relationships"><Relationship Id="rId1" Type="http://schemas.openxmlformats.org/officeDocument/2006/relationships/theme" Target="../theme/theme_0_205A8120.xml"/></Relationships>
</file>

<file path=ppt/notesMasters/notesMaster_0_205A8120.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F01F41-4131-438B-B0DD-449C75A07133}"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C6E867-CD4D-4A3F-A5C1-487D5F7D0C95}" type="slidenum">
              <a:t/>
            </a:fld>
            <a:endParaRPr lang="en-US"/>
          </a:p>
        </p:txBody>
      </p:sp>
    </p:spTree>
    <p:extLst>
      <p:ext uri="{BB962C8B-B14F-4D97-AF65-F5344CB8AC3E}">
        <p14:creationId xmlns:p14="http://schemas.microsoft.com/office/powerpoint/2010/main" val="542802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D2ED6AB9.xml.rels><?xml version="1.0" encoding="UTF-8" standalone="yes"?>
<Relationships xmlns="http://schemas.openxmlformats.org/package/2006/relationships"><Relationship Id="rId2" Type="http://schemas.openxmlformats.org/officeDocument/2006/relationships/slide" Target="../slides/slide_A0A_D2ED6AB9.xml"/><Relationship Id="rId1" Type="http://schemas.openxmlformats.org/officeDocument/2006/relationships/notesMaster" Target="../notesMasters/notesMaster_0_205A8120.xml"/></Relationships>
</file>

<file path=ppt/notesSlides/_rels/notesSlide_A0B_6773452B.xml.rels><?xml version="1.0" encoding="UTF-8" standalone="yes"?>
<Relationships xmlns="http://schemas.openxmlformats.org/package/2006/relationships"><Relationship Id="rId2" Type="http://schemas.openxmlformats.org/officeDocument/2006/relationships/slide" Target="../slides/slide_A0B_6773452B.xml"/><Relationship Id="rId1" Type="http://schemas.openxmlformats.org/officeDocument/2006/relationships/notesMaster" Target="../notesMasters/notesMaster_0_205A8120.xml"/></Relationships>
</file>

<file path=ppt/notesSlides/_rels/notesSlide_A0C_63CB6FAC.xml.rels><?xml version="1.0" encoding="UTF-8" standalone="yes"?>
<Relationships xmlns="http://schemas.openxmlformats.org/package/2006/relationships"><Relationship Id="rId2" Type="http://schemas.openxmlformats.org/officeDocument/2006/relationships/slide" Target="../slides/slide_A0C_63CB6FAC.xml"/><Relationship Id="rId1" Type="http://schemas.openxmlformats.org/officeDocument/2006/relationships/notesMaster" Target="../notesMasters/notesMaster_0_205A8120.xml"/></Relationships>
</file>

<file path=ppt/notesSlides/_rels/notesSlide_A0D_2891C058.xml.rels><?xml version="1.0" encoding="UTF-8" standalone="yes"?>
<Relationships xmlns="http://schemas.openxmlformats.org/package/2006/relationships"><Relationship Id="rId2" Type="http://schemas.openxmlformats.org/officeDocument/2006/relationships/slide" Target="../slides/slide_A0D_2891C058.xml"/><Relationship Id="rId1" Type="http://schemas.openxmlformats.org/officeDocument/2006/relationships/notesMaster" Target="../notesMasters/notesMaster_0_205A8120.xml"/></Relationships>
</file>

<file path=ppt/notesSlides/_rels/notesSlide_A0E_2C7994CE.xml.rels><?xml version="1.0" encoding="UTF-8" standalone="yes"?>
<Relationships xmlns="http://schemas.openxmlformats.org/package/2006/relationships"><Relationship Id="rId2" Type="http://schemas.openxmlformats.org/officeDocument/2006/relationships/slide" Target="../slides/slide_A0E_2C7994CE.xml"/><Relationship Id="rId1" Type="http://schemas.openxmlformats.org/officeDocument/2006/relationships/notesMaster" Target="../notesMasters/notesMaster_0_205A8120.xml"/></Relationships>
</file>

<file path=ppt/notesSlides/_rels/notesSlide_A0F_18706839.xml.rels><?xml version="1.0" encoding="UTF-8" standalone="yes"?>
<Relationships xmlns="http://schemas.openxmlformats.org/package/2006/relationships"><Relationship Id="rId2" Type="http://schemas.openxmlformats.org/officeDocument/2006/relationships/slide" Target="../slides/slide_A0F_18706839.xml"/><Relationship Id="rId1" Type="http://schemas.openxmlformats.org/officeDocument/2006/relationships/notesMaster" Target="../notesMasters/notesMaster_0_205A8120.xml"/></Relationships>
</file>

<file path=ppt/notesSlides/_rels/notesSlide_A01_800CF082.xml.rels><?xml version="1.0" encoding="UTF-8" standalone="yes"?>
<Relationships xmlns="http://schemas.openxmlformats.org/package/2006/relationships"><Relationship Id="rId2" Type="http://schemas.openxmlformats.org/officeDocument/2006/relationships/slide" Target="../slides/slide_A01_800CF082.xml"/><Relationship Id="rId1" Type="http://schemas.openxmlformats.org/officeDocument/2006/relationships/notesMaster" Target="../notesMasters/notesMaster_0_205A8120.xml"/></Relationships>
</file>

<file path=ppt/notesSlides/_rels/notesSlide_A02_A415E9F5.xml.rels><?xml version="1.0" encoding="UTF-8" standalone="yes"?>
<Relationships xmlns="http://schemas.openxmlformats.org/package/2006/relationships"><Relationship Id="rId2" Type="http://schemas.openxmlformats.org/officeDocument/2006/relationships/slide" Target="../slides/slide_A02_A415E9F5.xml"/><Relationship Id="rId1" Type="http://schemas.openxmlformats.org/officeDocument/2006/relationships/notesMaster" Target="../notesMasters/notesMaster_0_205A8120.xml"/></Relationships>
</file>

<file path=ppt/notesSlides/_rels/notesSlide_A03_3AB6C03D.xml.rels><?xml version="1.0" encoding="UTF-8" standalone="yes"?>
<Relationships xmlns="http://schemas.openxmlformats.org/package/2006/relationships"><Relationship Id="rId2" Type="http://schemas.openxmlformats.org/officeDocument/2006/relationships/slide" Target="../slides/slide_A03_3AB6C03D.xml"/><Relationship Id="rId1" Type="http://schemas.openxmlformats.org/officeDocument/2006/relationships/notesMaster" Target="../notesMasters/notesMaster_0_205A8120.xml"/></Relationships>
</file>

<file path=ppt/notesSlides/_rels/notesSlide_A04_F512D6D6.xml.rels><?xml version="1.0" encoding="UTF-8" standalone="yes"?>
<Relationships xmlns="http://schemas.openxmlformats.org/package/2006/relationships"><Relationship Id="rId2" Type="http://schemas.openxmlformats.org/officeDocument/2006/relationships/slide" Target="../slides/slide_A04_F512D6D6.xml"/><Relationship Id="rId1" Type="http://schemas.openxmlformats.org/officeDocument/2006/relationships/notesMaster" Target="../notesMasters/notesMaster_0_205A8120.xml"/></Relationships>
</file>

<file path=ppt/notesSlides/_rels/notesSlide_A05_DEDDE486.xml.rels><?xml version="1.0" encoding="UTF-8" standalone="yes"?>
<Relationships xmlns="http://schemas.openxmlformats.org/package/2006/relationships"><Relationship Id="rId2" Type="http://schemas.openxmlformats.org/officeDocument/2006/relationships/slide" Target="../slides/slide_A05_DEDDE486.xml"/><Relationship Id="rId1" Type="http://schemas.openxmlformats.org/officeDocument/2006/relationships/notesMaster" Target="../notesMasters/notesMaster_0_205A8120.xml"/></Relationships>
</file>

<file path=ppt/notesSlides/_rels/notesSlide_A06_F2B9E088.xml.rels><?xml version="1.0" encoding="UTF-8" standalone="yes"?>
<Relationships xmlns="http://schemas.openxmlformats.org/package/2006/relationships"><Relationship Id="rId2" Type="http://schemas.openxmlformats.org/officeDocument/2006/relationships/slide" Target="../slides/slide_A06_F2B9E088.xml"/><Relationship Id="rId1" Type="http://schemas.openxmlformats.org/officeDocument/2006/relationships/notesMaster" Target="../notesMasters/notesMaster_0_205A8120.xml"/></Relationships>
</file>

<file path=ppt/notesSlides/_rels/notesSlide_A07_495430CA.xml.rels><?xml version="1.0" encoding="UTF-8" standalone="yes"?>
<Relationships xmlns="http://schemas.openxmlformats.org/package/2006/relationships"><Relationship Id="rId2" Type="http://schemas.openxmlformats.org/officeDocument/2006/relationships/slide" Target="../slides/slide_A07_495430CA.xml"/><Relationship Id="rId1" Type="http://schemas.openxmlformats.org/officeDocument/2006/relationships/notesMaster" Target="../notesMasters/notesMaster_0_205A8120.xml"/></Relationships>
</file>

<file path=ppt/notesSlides/_rels/notesSlide_A08_AC34582F.xml.rels><?xml version="1.0" encoding="UTF-8" standalone="yes"?>
<Relationships xmlns="http://schemas.openxmlformats.org/package/2006/relationships"><Relationship Id="rId2" Type="http://schemas.openxmlformats.org/officeDocument/2006/relationships/slide" Target="../slides/slide_A08_AC34582F.xml"/><Relationship Id="rId1" Type="http://schemas.openxmlformats.org/officeDocument/2006/relationships/notesMaster" Target="../notesMasters/notesMaster_0_205A8120.xml"/></Relationships>
</file>

<file path=ppt/notesSlides/_rels/notesSlide_A09_238D398D.xml.rels><?xml version="1.0" encoding="UTF-8" standalone="yes"?>
<Relationships xmlns="http://schemas.openxmlformats.org/package/2006/relationships"><Relationship Id="rId2" Type="http://schemas.openxmlformats.org/officeDocument/2006/relationships/slide" Target="../slides/slide_A09_238D398D.xml"/><Relationship Id="rId1" Type="http://schemas.openxmlformats.org/officeDocument/2006/relationships/notesMaster" Target="../notesMasters/notesMaster_0_205A8120.xml"/></Relationships>
</file>

<file path=ppt/notesSlides/_rels/notesSlide_A10_589576D8.xml.rels><?xml version="1.0" encoding="UTF-8" standalone="yes"?>
<Relationships xmlns="http://schemas.openxmlformats.org/package/2006/relationships"><Relationship Id="rId2" Type="http://schemas.openxmlformats.org/officeDocument/2006/relationships/slide" Target="../slides/slide_A10_589576D8.xml"/><Relationship Id="rId1" Type="http://schemas.openxmlformats.org/officeDocument/2006/relationships/notesMaster" Target="../notesMasters/notesMaster_0_205A8120.xml"/></Relationships>
</file>

<file path=ppt/notesSlides/_rels/notesSlide_A11_871F1F8F.xml.rels><?xml version="1.0" encoding="UTF-8" standalone="yes"?>
<Relationships xmlns="http://schemas.openxmlformats.org/package/2006/relationships"><Relationship Id="rId2" Type="http://schemas.openxmlformats.org/officeDocument/2006/relationships/slide" Target="../slides/slide_A11_871F1F8F.xml"/><Relationship Id="rId1" Type="http://schemas.openxmlformats.org/officeDocument/2006/relationships/notesMaster" Target="../notesMasters/notesMaster_0_205A8120.xml"/></Relationships>
</file>

<file path=ppt/notesSlides/notesSlide_A0A_D2ED6AB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Phase 2 focuses on scaling proven capabilities from L460 to L461 and other similar vehicle programs. At this stage, emphasis shifts from validation to reuse and standardization. Change templates, impact analysis logic, and dashboards are extended to support multiple programs while maintaining configurability for program-specific rules. Integration with enterprise data platforms such as Snowflake and EDP4E becomes more prominent, enabling consolidated reporting and cross-program insights. This phase also introduces improved automation around approvals and notifications, reducing manual coordination. By demonstrating that the solution can operate across programs with minimal customization, Phase 2 reinforces the viability of the transformation and prepares the organization for broader adoption.</a:t>
            </a:r>
          </a:p>
        </p:txBody>
      </p:sp>
      <p:sp>
        <p:nvSpPr>
          <p:cNvPr id="4" name="Slide Number Placeholder 3"/>
          <p:cNvSpPr>
            <a:spLocks noGrp="1"/>
          </p:cNvSpPr>
          <p:nvPr>
            <p:ph type="sldNum" sz="quarter" idx="5"/>
          </p:nvPr>
        </p:nvSpPr>
        <p:spPr/>
        <p:txBody>
          <a:bodyPr/>
          <a:lstStyle/>
          <a:p>
            <a:fld id="{1008F0E1-6843-4948-90F4-0D123F21ACF2}" type="slidenum">
              <a:t/>
            </a:fld>
            <a:endParaRPr lang="en-US"/>
          </a:p>
        </p:txBody>
      </p:sp>
    </p:spTree>
    <p:extLst>
      <p:ext uri="{BB962C8B-B14F-4D97-AF65-F5344CB8AC3E}">
        <p14:creationId xmlns:p14="http://schemas.microsoft.com/office/powerpoint/2010/main" val="4121092436"/>
      </p:ext>
    </p:extLst>
  </p:cSld>
  <p:clrMapOvr>
    <a:masterClrMapping/>
  </p:clrMapOvr>
</p:notes>
</file>

<file path=ppt/notesSlides/notesSlide_A0B_6773452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Phase 3 addresses the unique challenges associated with legacy and non–U-BOM vehicles, where production may have ended but service obligations continue under defined contracts. These programs require robust handling of service BOMs, parts replacement tracking, and long lifecycle data management. The transformation strategy incorporates these needs by extending change management capabilities to cover service-specific scenarios, ensuring continuity without reintroducing manual workarounds. This phase is critical to reducing long-term dependency on iCreate, as legacy support is often cited as a reason for retaining the tool. By demonstrating that service and legacy requirements can be met within the new ecosystem, Phase 3 closes a major gap in the transformation roadmap.</a:t>
            </a:r>
          </a:p>
        </p:txBody>
      </p:sp>
      <p:sp>
        <p:nvSpPr>
          <p:cNvPr id="4" name="Slide Number Placeholder 3"/>
          <p:cNvSpPr>
            <a:spLocks noGrp="1"/>
          </p:cNvSpPr>
          <p:nvPr>
            <p:ph type="sldNum" sz="quarter" idx="5"/>
          </p:nvPr>
        </p:nvSpPr>
        <p:spPr/>
        <p:txBody>
          <a:bodyPr/>
          <a:lstStyle/>
          <a:p>
            <a:fld id="{1008F0E1-6843-4948-90F4-0D123F21ACF2}" type="slidenum">
              <a:t/>
            </a:fld>
            <a:endParaRPr lang="en-US"/>
          </a:p>
        </p:txBody>
      </p:sp>
    </p:spTree>
    <p:extLst>
      <p:ext uri="{BB962C8B-B14F-4D97-AF65-F5344CB8AC3E}">
        <p14:creationId xmlns:p14="http://schemas.microsoft.com/office/powerpoint/2010/main" val="1111956081"/>
      </p:ext>
    </p:extLst>
  </p:cSld>
  <p:clrMapOvr>
    <a:masterClrMapping/>
  </p:clrMapOvr>
</p:notes>
</file>

<file path=ppt/notesSlides/notesSlide_A0C_63CB6FAC.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Smart Change Builder and Event-Based Automation, Impact Analysis, Dashboarding, and AI Readiness</a:t>
            </a:r>
          </a:p>
        </p:txBody>
      </p:sp>
      <p:sp>
        <p:nvSpPr>
          <p:cNvPr id="4" name="Slide Number Placeholder 3"/>
          <p:cNvSpPr>
            <a:spLocks noGrp="1"/>
          </p:cNvSpPr>
          <p:nvPr>
            <p:ph type="sldNum" sz="quarter" idx="5"/>
          </p:nvPr>
        </p:nvSpPr>
        <p:spPr/>
        <p:txBody>
          <a:bodyPr/>
          <a:lstStyle/>
          <a:p>
            <a:fld id="{1008F0E1-6843-4948-90F4-0D123F21ACF2}" type="slidenum">
              <a:t/>
            </a:fld>
            <a:endParaRPr lang="en-US"/>
          </a:p>
        </p:txBody>
      </p:sp>
    </p:spTree>
    <p:extLst>
      <p:ext uri="{BB962C8B-B14F-4D97-AF65-F5344CB8AC3E}">
        <p14:creationId xmlns:p14="http://schemas.microsoft.com/office/powerpoint/2010/main" val="1826265940"/>
      </p:ext>
    </p:extLst>
  </p:cSld>
  <p:clrMapOvr>
    <a:masterClrMapping/>
  </p:clrMapOvr>
</p:notes>
</file>

<file path=ppt/notesSlides/notesSlide_A0D_2891C0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Smart Change Builder is a core capability designed to simplify and standardize change creation while reducing manual effort. Implemented as a web-based interface or 3DX widget, it enables users to drag and drop EBOM structures, automatically attach supporting documents, and initiate approvals. Event-based automation underpins this capability, ensuring that key actions—such as part revisions or EBOM updates—trigger downstream processes without user intervention. Together, these features replicate and enhance essential iCreate functionality within an integrated environment. By guiding users through structured workflows and leveraging system events, the Smart Change Builder improves data quality, accelerates cycle time, and increases adoption. Over time, these rule-based automations provide a foundation for more advanced intelligence.</a:t>
            </a:r>
          </a:p>
        </p:txBody>
      </p:sp>
      <p:sp>
        <p:nvSpPr>
          <p:cNvPr id="4" name="Slide Number Placeholder 3"/>
          <p:cNvSpPr>
            <a:spLocks noGrp="1"/>
          </p:cNvSpPr>
          <p:nvPr>
            <p:ph type="sldNum" sz="quarter" idx="5"/>
          </p:nvPr>
        </p:nvSpPr>
        <p:spPr/>
        <p:txBody>
          <a:bodyPr/>
          <a:lstStyle/>
          <a:p>
            <a:fld id="{1008F0E1-6843-4948-90F4-0D123F21ACF2}" type="slidenum">
              <a:t/>
            </a:fld>
            <a:endParaRPr lang="en-US"/>
          </a:p>
        </p:txBody>
      </p:sp>
    </p:spTree>
    <p:extLst>
      <p:ext uri="{BB962C8B-B14F-4D97-AF65-F5344CB8AC3E}">
        <p14:creationId xmlns:p14="http://schemas.microsoft.com/office/powerpoint/2010/main" val="428852933"/>
      </p:ext>
    </p:extLst>
  </p:cSld>
  <p:clrMapOvr>
    <a:masterClrMapping/>
  </p:clrMapOvr>
</p:notes>
</file>

<file path=ppt/notesSlides/notesSlide_A0E_2C7994C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Impact analysis and enterprise dashboarding are critical enablers of informed decision-making. The proposed impact analysis tool identifies where a part is used across EBOMs, vehicle lines, and instances, allowing engineers to understand the full scope of a change before execution. Dashboards consolidate this information with change status, cycle times, and bottlenecks, providing real-time visibility to stakeholders. Integration with Snowflake and EDP4E ensures enterprise compliance and scalability. Importantly, these capabilities are designed with AI readiness in mind. As data quality and coverage improve, machine learning models can be introduced to suggest impacted areas, predict change risk, and recommend optimal actions. This progressive enhancement ensures that AI adoption is grounded in reliable data and trusted workflows.</a:t>
            </a:r>
          </a:p>
        </p:txBody>
      </p:sp>
      <p:sp>
        <p:nvSpPr>
          <p:cNvPr id="4" name="Slide Number Placeholder 3"/>
          <p:cNvSpPr>
            <a:spLocks noGrp="1"/>
          </p:cNvSpPr>
          <p:nvPr>
            <p:ph type="sldNum" sz="quarter" idx="5"/>
          </p:nvPr>
        </p:nvSpPr>
        <p:spPr/>
        <p:txBody>
          <a:bodyPr/>
          <a:lstStyle/>
          <a:p>
            <a:fld id="{1008F0E1-6843-4948-90F4-0D123F21ACF2}" type="slidenum">
              <a:t/>
            </a:fld>
            <a:endParaRPr lang="en-US"/>
          </a:p>
        </p:txBody>
      </p:sp>
    </p:spTree>
    <p:extLst>
      <p:ext uri="{BB962C8B-B14F-4D97-AF65-F5344CB8AC3E}">
        <p14:creationId xmlns:p14="http://schemas.microsoft.com/office/powerpoint/2010/main" val="1458782100"/>
      </p:ext>
    </p:extLst>
  </p:cSld>
  <p:clrMapOvr>
    <a:masterClrMapping/>
  </p:clrMapOvr>
</p:notes>
</file>

<file path=ppt/notesSlides/notesSlide_A0F_187068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and Technical Benefits, Roadmap Timeline and Strategic Conclusion</a:t>
            </a:r>
          </a:p>
        </p:txBody>
      </p:sp>
      <p:sp>
        <p:nvSpPr>
          <p:cNvPr id="4" name="Slide Number Placeholder 3"/>
          <p:cNvSpPr>
            <a:spLocks noGrp="1"/>
          </p:cNvSpPr>
          <p:nvPr>
            <p:ph type="sldNum" sz="quarter" idx="5"/>
          </p:nvPr>
        </p:nvSpPr>
        <p:spPr/>
        <p:txBody>
          <a:bodyPr/>
          <a:lstStyle/>
          <a:p>
            <a:fld id="{1008F0E1-6843-4948-90F4-0D123F21ACF2}" type="slidenum">
              <a:t/>
            </a:fld>
            <a:endParaRPr lang="en-US"/>
          </a:p>
        </p:txBody>
      </p:sp>
    </p:spTree>
    <p:extLst>
      <p:ext uri="{BB962C8B-B14F-4D97-AF65-F5344CB8AC3E}">
        <p14:creationId xmlns:p14="http://schemas.microsoft.com/office/powerpoint/2010/main" val="1605312600"/>
      </p:ext>
    </p:extLst>
  </p:cSld>
  <p:clrMapOvr>
    <a:masterClrMapping/>
  </p:clrMapOvr>
</p:notes>
</file>

<file path=ppt/notesSlides/notesSlide_A01_800CF0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1008F0E1-6843-4948-90F4-0D123F21ACF2}" type="slidenum">
              <a:t/>
            </a:fld>
            <a:endParaRPr lang="en-US"/>
          </a:p>
        </p:txBody>
      </p:sp>
    </p:spTree>
    <p:extLst>
      <p:ext uri="{BB962C8B-B14F-4D97-AF65-F5344CB8AC3E}">
        <p14:creationId xmlns:p14="http://schemas.microsoft.com/office/powerpoint/2010/main" val="1084034739"/>
      </p:ext>
    </p:extLst>
  </p:cSld>
  <p:clrMapOvr>
    <a:masterClrMapping/>
  </p:clrMapOvr>
</p:notes>
</file>

<file path=ppt/notesSlides/notesSlide_A02_A415E9F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iCreate Transformation Vision and Objectives, Current Landscape and Operational Challenges</a:t>
            </a:r>
          </a:p>
        </p:txBody>
      </p:sp>
      <p:sp>
        <p:nvSpPr>
          <p:cNvPr id="4" name="Slide Number Placeholder 3"/>
          <p:cNvSpPr>
            <a:spLocks noGrp="1"/>
          </p:cNvSpPr>
          <p:nvPr>
            <p:ph type="sldNum" sz="quarter" idx="5"/>
          </p:nvPr>
        </p:nvSpPr>
        <p:spPr/>
        <p:txBody>
          <a:bodyPr/>
          <a:lstStyle/>
          <a:p>
            <a:fld id="{1008F0E1-6843-4948-90F4-0D123F21ACF2}" type="slidenum">
              <a:t/>
            </a:fld>
            <a:endParaRPr lang="en-US"/>
          </a:p>
        </p:txBody>
      </p:sp>
    </p:spTree>
    <p:extLst>
      <p:ext uri="{BB962C8B-B14F-4D97-AF65-F5344CB8AC3E}">
        <p14:creationId xmlns:p14="http://schemas.microsoft.com/office/powerpoint/2010/main" val="2628331677"/>
      </p:ext>
    </p:extLst>
  </p:cSld>
  <p:clrMapOvr>
    <a:masterClrMapping/>
  </p:clrMapOvr>
</p:notes>
</file>

<file path=ppt/notesSlides/notesSlide_A03_3AB6C03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iCreate Transformation Roadmap is driven by a clear business need to reduce dependency on a legacy, manually intensive system while ensuring continuity for ongoing vehicle programs. iCreate has historically played a critical role in change management by providing BOM intelligence, instance awareness, and structured data capture. However, it operates outside the native 3DX workflow, leading to duplicated effort, reduced adoption, and increased risk of inconsistency. The objective of this transformation is not to abruptly replace iCreate, but to introduce a phased, low-risk evolution that aligns with upcoming vehicle milestones, starting with L460. The vision is to move toward an intelligent, event-driven change management ecosystem that is tightly integrated with 3DX, scalable across vehicle lines, and capable of supporting both current and future enterprise requirements. This roadmap prioritizes continuity for Model Year 30 deliveries, ensures service-level obligations are met for legacy vehicles, and introduces automation incrementally to build confidence and adoption. By positioning iCreate as a capability set rather than a single tool, the transformation focuses on preserving what works today—such as BOM awareness and structured approvals—while eliminating manual duplication and external dependencies. Over time, this approach enables data-driven decision-making, real-time visibility, and a foundation for AI-assisted change intelligence, ultimately supporting a controlled and sustainable retirement of iCreate.</a:t>
            </a:r>
          </a:p>
        </p:txBody>
      </p:sp>
      <p:sp>
        <p:nvSpPr>
          <p:cNvPr id="4" name="Slide Number Placeholder 3"/>
          <p:cNvSpPr>
            <a:spLocks noGrp="1"/>
          </p:cNvSpPr>
          <p:nvPr>
            <p:ph type="sldNum" sz="quarter" idx="5"/>
          </p:nvPr>
        </p:nvSpPr>
        <p:spPr/>
        <p:txBody>
          <a:bodyPr/>
          <a:lstStyle/>
          <a:p>
            <a:fld id="{1008F0E1-6843-4948-90F4-0D123F21ACF2}" type="slidenum">
              <a:t/>
            </a:fld>
            <a:endParaRPr lang="en-US"/>
          </a:p>
        </p:txBody>
      </p:sp>
    </p:spTree>
    <p:extLst>
      <p:ext uri="{BB962C8B-B14F-4D97-AF65-F5344CB8AC3E}">
        <p14:creationId xmlns:p14="http://schemas.microsoft.com/office/powerpoint/2010/main" val="2923085935"/>
      </p:ext>
    </p:extLst>
  </p:cSld>
  <p:clrMapOvr>
    <a:masterClrMapping/>
  </p:clrMapOvr>
</p:notes>
</file>

<file path=ppt/notesSlides/notesSlide_A04_F512D6D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current change management landscape is characterized by fragmented workflows and heavy reliance on manual intervention. Engineers primarily work within 3DX for part modifications, EBOM updates, and engineering changes, but must then replicate much of this information in iCreate to complete the formal change process. This duplication increases cycle time and introduces opportunities for data mismatch. Additionally, iCreate’s logic around part instances, suffixes, and version availability is embedded knowledge that users rely on, making immediate removal impractical. Existing automation such as macros or native utilities has seen limited adoption due to usability constraints and the need to work within specific applications. From a reporting perspective, while dashboards exist in isolation—such as Celonis or internal change dashboards—there is no unified, enterprise-approved view that provides real-time insight into change status, bottlenecks, or program-level impact. Furthermore, the absence of event-based triggers means that changes are reactive rather than proactive, relying on users to manually initiate downstream actions. These challenges collectively highlight why iCreate continues to persist, but also why a structured transformation is essential to support upcoming vehicle programs without increasing operational risk.</a:t>
            </a:r>
          </a:p>
        </p:txBody>
      </p:sp>
      <p:sp>
        <p:nvSpPr>
          <p:cNvPr id="4" name="Slide Number Placeholder 3"/>
          <p:cNvSpPr>
            <a:spLocks noGrp="1"/>
          </p:cNvSpPr>
          <p:nvPr>
            <p:ph type="sldNum" sz="quarter" idx="5"/>
          </p:nvPr>
        </p:nvSpPr>
        <p:spPr/>
        <p:txBody>
          <a:bodyPr/>
          <a:lstStyle/>
          <a:p>
            <a:fld id="{1008F0E1-6843-4948-90F4-0D123F21ACF2}" type="slidenum">
              <a:t/>
            </a:fld>
            <a:endParaRPr lang="en-US"/>
          </a:p>
        </p:txBody>
      </p:sp>
    </p:spTree>
    <p:extLst>
      <p:ext uri="{BB962C8B-B14F-4D97-AF65-F5344CB8AC3E}">
        <p14:creationId xmlns:p14="http://schemas.microsoft.com/office/powerpoint/2010/main" val="1140439201"/>
      </p:ext>
    </p:extLst>
  </p:cSld>
  <p:clrMapOvr>
    <a:masterClrMapping/>
  </p:clrMapOvr>
</p:notes>
</file>

<file path=ppt/notesSlides/notesSlide_A05_DEDDE4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Target-State Vision for Intelligent Change Management, Phased Transformation Strategy</a:t>
            </a:r>
          </a:p>
        </p:txBody>
      </p:sp>
      <p:sp>
        <p:nvSpPr>
          <p:cNvPr id="4" name="Slide Number Placeholder 3"/>
          <p:cNvSpPr>
            <a:spLocks noGrp="1"/>
          </p:cNvSpPr>
          <p:nvPr>
            <p:ph type="sldNum" sz="quarter" idx="5"/>
          </p:nvPr>
        </p:nvSpPr>
        <p:spPr/>
        <p:txBody>
          <a:bodyPr/>
          <a:lstStyle/>
          <a:p>
            <a:fld id="{1008F0E1-6843-4948-90F4-0D123F21ACF2}" type="slidenum">
              <a:t/>
            </a:fld>
            <a:endParaRPr lang="en-US"/>
          </a:p>
        </p:txBody>
      </p:sp>
    </p:spTree>
    <p:extLst>
      <p:ext uri="{BB962C8B-B14F-4D97-AF65-F5344CB8AC3E}">
        <p14:creationId xmlns:p14="http://schemas.microsoft.com/office/powerpoint/2010/main" val="2669544619"/>
      </p:ext>
    </p:extLst>
  </p:cSld>
  <p:clrMapOvr>
    <a:masterClrMapping/>
  </p:clrMapOvr>
</p:notes>
</file>

<file path=ppt/notesSlides/notesSlide_A06_F2B9E0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target-state vision for change management is an integrated, intelligent platform that operates seamlessly within the 3DX ecosystem while meeting enterprise governance standards. In this future state, change initiation, impact analysis, approval workflows, and reporting are connected through event-driven automation rather than manual handoffs. When a part revision changes or an EBOM structure is updated, the system proactively identifies impacted instances, vehicle lines, and downstream artifacts. Users are guided through structured workflows that reduce cognitive load and reliance on tribal knowledge. Enterprise dashboards provide a single source of truth, consolidating data from 3DX, Snowflake, and EDP4E to deliver program-level visibility and actionable insights. Importantly, this vision acknowledges that different vehicle programs have different maturity levels and constraints. Therefore, flexibility and configurability are key design principles. By embedding intelligence gradually—starting with rules-based automation and progressing toward AI-assisted recommendations—the organization can transition safely while maintaining delivery commitments. This vision sets the foundation for retiring iCreate not as a forced change, but as a natural outcome of superior, integrated capabilities.</a:t>
            </a:r>
          </a:p>
        </p:txBody>
      </p:sp>
      <p:sp>
        <p:nvSpPr>
          <p:cNvPr id="4" name="Slide Number Placeholder 3"/>
          <p:cNvSpPr>
            <a:spLocks noGrp="1"/>
          </p:cNvSpPr>
          <p:nvPr>
            <p:ph type="sldNum" sz="quarter" idx="5"/>
          </p:nvPr>
        </p:nvSpPr>
        <p:spPr/>
        <p:txBody>
          <a:bodyPr/>
          <a:lstStyle/>
          <a:p>
            <a:fld id="{1008F0E1-6843-4948-90F4-0D123F21ACF2}" type="slidenum">
              <a:t/>
            </a:fld>
            <a:endParaRPr lang="en-US"/>
          </a:p>
        </p:txBody>
      </p:sp>
    </p:spTree>
    <p:extLst>
      <p:ext uri="{BB962C8B-B14F-4D97-AF65-F5344CB8AC3E}">
        <p14:creationId xmlns:p14="http://schemas.microsoft.com/office/powerpoint/2010/main" val="1592214213"/>
      </p:ext>
    </p:extLst>
  </p:cSld>
  <p:clrMapOvr>
    <a:masterClrMapping/>
  </p:clrMapOvr>
</p:notes>
</file>

<file path=ppt/notesSlides/notesSlide_A07_495430C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phased transformation strategy is essential to balance innovation with operational stability. Rather than attempting a big-bang replacement of iCreate, the roadmap introduces capabilities incrementally, aligned with vehicle program timelines and organizational readiness. Phase 1 focuses on L460, a single-plant vehicle, allowing controlled implementation and rapid learning. Phase 2 expands these capabilities to L461 and similar programs, emphasizing reuse and scalability. Phase 3 addresses legacy and non–U-BOM vehicles, incorporating service BOM and long-term support considerations. Finally, Phase 4 delivers enterprise-wide intelligent change management, enabling full iCreate decommissioning. Each phase delivers tangible value on its own, such as reduced manual effort or improved visibility, while also building toward the long-term vision. This approach minimizes disruption, supports change management adoption, and provides clear checkpoints for stakeholder feedback. By aligning technical delivery with business milestones, the phased strategy ensures that transformation supports, rather than threatens, program delivery.</a:t>
            </a:r>
          </a:p>
        </p:txBody>
      </p:sp>
      <p:sp>
        <p:nvSpPr>
          <p:cNvPr id="4" name="Slide Number Placeholder 3"/>
          <p:cNvSpPr>
            <a:spLocks noGrp="1"/>
          </p:cNvSpPr>
          <p:nvPr>
            <p:ph type="sldNum" sz="quarter" idx="5"/>
          </p:nvPr>
        </p:nvSpPr>
        <p:spPr/>
        <p:txBody>
          <a:bodyPr/>
          <a:lstStyle/>
          <a:p>
            <a:fld id="{1008F0E1-6843-4948-90F4-0D123F21ACF2}" type="slidenum">
              <a:t/>
            </a:fld>
            <a:endParaRPr lang="en-US"/>
          </a:p>
        </p:txBody>
      </p:sp>
    </p:spTree>
    <p:extLst>
      <p:ext uri="{BB962C8B-B14F-4D97-AF65-F5344CB8AC3E}">
        <p14:creationId xmlns:p14="http://schemas.microsoft.com/office/powerpoint/2010/main" val="2900569684"/>
      </p:ext>
    </p:extLst>
  </p:cSld>
  <p:clrMapOvr>
    <a:masterClrMapping/>
  </p:clrMapOvr>
</p:notes>
</file>

<file path=ppt/notesSlides/notesSlide_A08_AC34582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Phase 1 – L460 Rollout (Current Year), Phase 2 – Expansion to L461 and Similar Programs, Phase 3 – Legacy and Service Vehicle Support</a:t>
            </a:r>
          </a:p>
        </p:txBody>
      </p:sp>
      <p:sp>
        <p:nvSpPr>
          <p:cNvPr id="4" name="Slide Number Placeholder 3"/>
          <p:cNvSpPr>
            <a:spLocks noGrp="1"/>
          </p:cNvSpPr>
          <p:nvPr>
            <p:ph type="sldNum" sz="quarter" idx="5"/>
          </p:nvPr>
        </p:nvSpPr>
        <p:spPr/>
        <p:txBody>
          <a:bodyPr/>
          <a:lstStyle/>
          <a:p>
            <a:fld id="{1008F0E1-6843-4948-90F4-0D123F21ACF2}" type="slidenum">
              <a:t/>
            </a:fld>
            <a:endParaRPr lang="en-US"/>
          </a:p>
        </p:txBody>
      </p:sp>
    </p:spTree>
    <p:extLst>
      <p:ext uri="{BB962C8B-B14F-4D97-AF65-F5344CB8AC3E}">
        <p14:creationId xmlns:p14="http://schemas.microsoft.com/office/powerpoint/2010/main" val="3734622880"/>
      </p:ext>
    </p:extLst>
  </p:cSld>
  <p:clrMapOvr>
    <a:masterClrMapping/>
  </p:clrMapOvr>
</p:notes>
</file>

<file path=ppt/notesSlides/notesSlide_A09_238D398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Phase 1 centers on enabling an iCreate-independent change flow for the L460 program within the current year, aligned to Model Year 30 milestones. As a single-plant vehicle, L460 provides an ideal environment to validate new approaches with reduced complexity. Key deliverables include a smart change creation concept, enhanced dashboarding, and an initial impact analysis capability. The goal is not full automation, but sufficient capability to demonstrate that core iCreate functions—such as structured change creation and visibility—can be supported through integrated tools. Dashboards act as a quick win, offering immediate value to stakeholders by improving transparency without disrupting existing processes. Lessons learned from L460 will inform design refinements and adoption strategies for subsequent phases. Success in this phase establishes confidence that future releases can be supported without increasing reliance on iCreate.</a:t>
            </a:r>
          </a:p>
        </p:txBody>
      </p:sp>
      <p:sp>
        <p:nvSpPr>
          <p:cNvPr id="4" name="Slide Number Placeholder 3"/>
          <p:cNvSpPr>
            <a:spLocks noGrp="1"/>
          </p:cNvSpPr>
          <p:nvPr>
            <p:ph type="sldNum" sz="quarter" idx="5"/>
          </p:nvPr>
        </p:nvSpPr>
        <p:spPr/>
        <p:txBody>
          <a:bodyPr/>
          <a:lstStyle/>
          <a:p>
            <a:fld id="{1008F0E1-6843-4948-90F4-0D123F21ACF2}" type="slidenum">
              <a:t/>
            </a:fld>
            <a:endParaRPr lang="en-US"/>
          </a:p>
        </p:txBody>
      </p:sp>
    </p:spTree>
    <p:extLst>
      <p:ext uri="{BB962C8B-B14F-4D97-AF65-F5344CB8AC3E}">
        <p14:creationId xmlns:p14="http://schemas.microsoft.com/office/powerpoint/2010/main" val="282636793"/>
      </p:ext>
    </p:extLst>
  </p:cSld>
  <p:clrMapOvr>
    <a:masterClrMapping/>
  </p:clrMapOvr>
</p:notes>
</file>

<file path=ppt/notesSlides/notesSlide_A10_589576D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transformation delivers clear business and technical benefits at each stage. From a business perspective, reduced manual effort and faster change cycles translate directly into cost savings and improved delivery confidence. Enhanced visibility supports better decision-making and proactive risk management. Technically, the shift toward integrated, event-driven workflows improves data consistency and reduces system fragmentation. Standardized templates and reusable components lower maintenance overhead and support scalability. By aligning benefits with each phase, the roadmap ensures that value is realized early and sustained over time, reinforcing stakeholder support.</a:t>
            </a:r>
          </a:p>
        </p:txBody>
      </p:sp>
      <p:sp>
        <p:nvSpPr>
          <p:cNvPr id="4" name="Slide Number Placeholder 3"/>
          <p:cNvSpPr>
            <a:spLocks noGrp="1"/>
          </p:cNvSpPr>
          <p:nvPr>
            <p:ph type="sldNum" sz="quarter" idx="5"/>
          </p:nvPr>
        </p:nvSpPr>
        <p:spPr/>
        <p:txBody>
          <a:bodyPr/>
          <a:lstStyle/>
          <a:p>
            <a:fld id="{1008F0E1-6843-4948-90F4-0D123F21ACF2}" type="slidenum">
              <a:t/>
            </a:fld>
            <a:endParaRPr lang="en-US"/>
          </a:p>
        </p:txBody>
      </p:sp>
    </p:spTree>
    <p:extLst>
      <p:ext uri="{BB962C8B-B14F-4D97-AF65-F5344CB8AC3E}">
        <p14:creationId xmlns:p14="http://schemas.microsoft.com/office/powerpoint/2010/main" val="3251743117"/>
      </p:ext>
    </p:extLst>
  </p:cSld>
  <p:clrMapOvr>
    <a:masterClrMapping/>
  </p:clrMapOvr>
</p:notes>
</file>

<file path=ppt/notesSlides/notesSlide_A11_871F1F8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roadmap timeline reflects a pragmatic balance between urgency and stability. In the current year, focus remains on L460, delivering POC-level capabilities, dashboards, and initial automation. The following year expands coverage to L461 and additional programs, strengthening enterprise integration and workflow automation. Beyond that, AI-assisted intelligence and full iCreate decommissioning become achievable outcomes rather than aspirational goals. In conclusion, iCreate will continue to play a role in the short term, but its dependency will reduce steadily as integrated capabilities mature. By starting with L460 and building a scalable foundation, the organization can transition confidently toward an intelligent change management ecosystem that supports both present needs and future innovation.</a:t>
            </a:r>
          </a:p>
        </p:txBody>
      </p:sp>
      <p:sp>
        <p:nvSpPr>
          <p:cNvPr id="4" name="Slide Number Placeholder 3"/>
          <p:cNvSpPr>
            <a:spLocks noGrp="1"/>
          </p:cNvSpPr>
          <p:nvPr>
            <p:ph type="sldNum" sz="quarter" idx="5"/>
          </p:nvPr>
        </p:nvSpPr>
        <p:spPr/>
        <p:txBody>
          <a:bodyPr/>
          <a:lstStyle/>
          <a:p>
            <a:fld id="{1008F0E1-6843-4948-90F4-0D123F21ACF2}" type="slidenum">
              <a:t/>
            </a:fld>
            <a:endParaRPr lang="en-US"/>
          </a:p>
        </p:txBody>
      </p:sp>
    </p:spTree>
    <p:extLst>
      <p:ext uri="{BB962C8B-B14F-4D97-AF65-F5344CB8AC3E}">
        <p14:creationId xmlns:p14="http://schemas.microsoft.com/office/powerpoint/2010/main" val="1969332209"/>
      </p:ext>
    </p:extLst>
  </p:cSld>
  <p:clrMapOvr>
    <a:masterClrMapping/>
  </p:clrMapOvr>
</p:notes>
</file>

<file path=ppt/slideLayouts/_rels/slideLayout_8000000A_97C94C5F.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0B_28F9FFDF.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1A_871BFDC.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1B_8DB74498.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1C_5C3D61B2.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1D_FF390DCD.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1E_1D47ABAD.xml.rels><?xml version="1.0" encoding="UTF-8" standalone="yes"?>
<Relationships xmlns="http://schemas.openxmlformats.org/package/2006/relationships"><Relationship Id="rId2" Type="http://schemas.openxmlformats.org/officeDocument/2006/relationships/image" Target="../media/image_8D9DDD6B.jpeg"/><Relationship Id="rId1" Type="http://schemas.openxmlformats.org/officeDocument/2006/relationships/slideMaster" Target="../slideMasters/slideMaster_80000000_2D2C8445.xml"/></Relationships>
</file>

<file path=ppt/slideLayouts/_rels/slideLayout_8000001F_A596171D.xml.rels><?xml version="1.0" encoding="UTF-8" standalone="yes"?>
<Relationships xmlns="http://schemas.openxmlformats.org/package/2006/relationships"><Relationship Id="rId2" Type="http://schemas.openxmlformats.org/officeDocument/2006/relationships/image" Target="../media/image_8D9DDD6B.jpeg"/><Relationship Id="rId1" Type="http://schemas.openxmlformats.org/officeDocument/2006/relationships/slideMaster" Target="../slideMasters/slideMaster_80000000_2D2C8445.xml"/></Relationships>
</file>

<file path=ppt/slideLayouts/_rels/slideLayout_8000002A_785C192E.xml.rels><?xml version="1.0" encoding="UTF-8" standalone="yes"?>
<Relationships xmlns="http://schemas.openxmlformats.org/package/2006/relationships"><Relationship Id="rId2" Type="http://schemas.openxmlformats.org/officeDocument/2006/relationships/image" Target="../media/image_82893792.jpeg"/><Relationship Id="rId1" Type="http://schemas.openxmlformats.org/officeDocument/2006/relationships/slideMaster" Target="../slideMasters/slideMaster_80000000_2D2C8445.xml"/></Relationships>
</file>

<file path=ppt/slideLayouts/_rels/slideLayout_8000002B_4B7EEFDD.xml.rels><?xml version="1.0" encoding="UTF-8" standalone="yes"?>
<Relationships xmlns="http://schemas.openxmlformats.org/package/2006/relationships"><Relationship Id="rId2" Type="http://schemas.openxmlformats.org/officeDocument/2006/relationships/image" Target="../media/image_68186845.jpeg"/><Relationship Id="rId1" Type="http://schemas.openxmlformats.org/officeDocument/2006/relationships/slideMaster" Target="../slideMasters/slideMaster_80000000_2D2C8445.xml"/></Relationships>
</file>

<file path=ppt/slideLayouts/_rels/slideLayout_8000002C_D1CDD391.xml.rels><?xml version="1.0" encoding="UTF-8" standalone="yes"?>
<Relationships xmlns="http://schemas.openxmlformats.org/package/2006/relationships"><Relationship Id="rId2" Type="http://schemas.openxmlformats.org/officeDocument/2006/relationships/image" Target="../media/image_9CA11EBB.jpeg"/><Relationship Id="rId1" Type="http://schemas.openxmlformats.org/officeDocument/2006/relationships/slideMaster" Target="../slideMasters/slideMaster_80000000_2D2C8445.xml"/></Relationships>
</file>

<file path=ppt/slideLayouts/_rels/slideLayout_8000002D_E9A179FD.xml.rels><?xml version="1.0" encoding="UTF-8" standalone="yes"?>
<Relationships xmlns="http://schemas.openxmlformats.org/package/2006/relationships"><Relationship Id="rId2" Type="http://schemas.openxmlformats.org/officeDocument/2006/relationships/image" Target="../media/image_68186845.jpeg"/><Relationship Id="rId1" Type="http://schemas.openxmlformats.org/officeDocument/2006/relationships/slideMaster" Target="../slideMasters/slideMaster_80000000_2D2C8445.xml"/></Relationships>
</file>

<file path=ppt/slideLayouts/_rels/slideLayout_8000002E_59D4484F.xml.rels><?xml version="1.0" encoding="UTF-8" standalone="yes"?>
<Relationships xmlns="http://schemas.openxmlformats.org/package/2006/relationships"><Relationship Id="rId2" Type="http://schemas.openxmlformats.org/officeDocument/2006/relationships/image" Target="../media/image_9CA11EBB.jpeg"/><Relationship Id="rId1" Type="http://schemas.openxmlformats.org/officeDocument/2006/relationships/slideMaster" Target="../slideMasters/slideMaster_80000000_2D2C8445.xml"/></Relationships>
</file>

<file path=ppt/slideLayouts/_rels/slideLayout_8000002F_DF1DF859.xml.rels><?xml version="1.0" encoding="UTF-8" standalone="yes"?>
<Relationships xmlns="http://schemas.openxmlformats.org/package/2006/relationships"><Relationship Id="rId2" Type="http://schemas.openxmlformats.org/officeDocument/2006/relationships/image" Target="../media/image_5ED648DE.jpeg"/><Relationship Id="rId1" Type="http://schemas.openxmlformats.org/officeDocument/2006/relationships/slideMaster" Target="../slideMasters/slideMaster_80000000_2D2C8445.xml"/></Relationships>
</file>

<file path=ppt/slideLayouts/_rels/slideLayout_8000003A_C998CAC1.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3B_AE1F91C5.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3C_A5025A59.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3D_F8113A79.xml.rels><?xml version="1.0" encoding="UTF-8" standalone="yes"?>
<Relationships xmlns="http://schemas.openxmlformats.org/package/2006/relationships"><Relationship Id="rId2" Type="http://schemas.openxmlformats.org/officeDocument/2006/relationships/image" Target="../media/image_9CA11EBB.jpeg"/><Relationship Id="rId1" Type="http://schemas.openxmlformats.org/officeDocument/2006/relationships/slideMaster" Target="../slideMasters/slideMaster_80000000_2D2C8445.xml"/></Relationships>
</file>

<file path=ppt/slideLayouts/_rels/slideLayout_8000003E_4582783A.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3F_BCC270E3.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01_8A7A8D60.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02_7516BA0A.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03_E3714A2F.xml.rels><?xml version="1.0" encoding="UTF-8" standalone="yes"?>
<Relationships xmlns="http://schemas.openxmlformats.org/package/2006/relationships"><Relationship Id="rId2" Type="http://schemas.openxmlformats.org/officeDocument/2006/relationships/image" Target="../media/image_82893792.jpeg"/><Relationship Id="rId1" Type="http://schemas.openxmlformats.org/officeDocument/2006/relationships/slideMaster" Target="../slideMasters/slideMaster_80000000_2D2C8445.xml"/></Relationships>
</file>

<file path=ppt/slideLayouts/_rels/slideLayout_80000004_42B32F4E.xml.rels><?xml version="1.0" encoding="UTF-8" standalone="yes"?>
<Relationships xmlns="http://schemas.openxmlformats.org/package/2006/relationships"><Relationship Id="rId2" Type="http://schemas.openxmlformats.org/officeDocument/2006/relationships/image" Target="../media/image_5ED648DE.jpeg"/><Relationship Id="rId1" Type="http://schemas.openxmlformats.org/officeDocument/2006/relationships/slideMaster" Target="../slideMasters/slideMaster_80000000_2D2C8445.xml"/></Relationships>
</file>

<file path=ppt/slideLayouts/_rels/slideLayout_80000005_7D53ED18.xml.rels><?xml version="1.0" encoding="UTF-8" standalone="yes"?>
<Relationships xmlns="http://schemas.openxmlformats.org/package/2006/relationships"><Relationship Id="rId2" Type="http://schemas.openxmlformats.org/officeDocument/2006/relationships/image" Target="../media/image_68186845.jpeg"/><Relationship Id="rId1" Type="http://schemas.openxmlformats.org/officeDocument/2006/relationships/slideMaster" Target="../slideMasters/slideMaster_80000000_2D2C8445.xml"/></Relationships>
</file>

<file path=ppt/slideLayouts/_rels/slideLayout_80000006_DE2E2B73.xml.rels><?xml version="1.0" encoding="UTF-8" standalone="yes"?>
<Relationships xmlns="http://schemas.openxmlformats.org/package/2006/relationships"><Relationship Id="rId2" Type="http://schemas.openxmlformats.org/officeDocument/2006/relationships/image" Target="../media/image_5ED648DE.jpeg"/><Relationship Id="rId1" Type="http://schemas.openxmlformats.org/officeDocument/2006/relationships/slideMaster" Target="../slideMasters/slideMaster_80000000_2D2C8445.xml"/></Relationships>
</file>

<file path=ppt/slideLayouts/_rels/slideLayout_80000007_C788CF97.xml.rels><?xml version="1.0" encoding="UTF-8" standalone="yes"?>
<Relationships xmlns="http://schemas.openxmlformats.org/package/2006/relationships"><Relationship Id="rId2" Type="http://schemas.openxmlformats.org/officeDocument/2006/relationships/image" Target="../media/image_8E02E0C.svg"/><Relationship Id="rId1" Type="http://schemas.openxmlformats.org/officeDocument/2006/relationships/slideMaster" Target="../slideMasters/slideMaster_80000000_2D2C8445.xml"/></Relationships>
</file>

<file path=ppt/slideLayouts/_rels/slideLayout_80000008_7E191B8C.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09_5DE709CE.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18_1F6085D4.xml.rels><?xml version="1.0" encoding="UTF-8" standalone="yes"?>
<Relationships xmlns="http://schemas.openxmlformats.org/package/2006/relationships"><Relationship Id="rId2" Type="http://schemas.openxmlformats.org/officeDocument/2006/relationships/image" Target="../media/image_8D9DDD6B.jpeg"/><Relationship Id="rId1" Type="http://schemas.openxmlformats.org/officeDocument/2006/relationships/slideMaster" Target="../slideMasters/slideMaster_80000000_2D2C8445.xml"/></Relationships>
</file>

<file path=ppt/slideLayouts/_rels/slideLayout_80000019_F1A58951.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20_45AD551D.xml.rels><?xml version="1.0" encoding="UTF-8" standalone="yes"?>
<Relationships xmlns="http://schemas.openxmlformats.org/package/2006/relationships"><Relationship Id="rId2" Type="http://schemas.openxmlformats.org/officeDocument/2006/relationships/image" Target="../media/image_5ED648DE.jpeg"/><Relationship Id="rId1" Type="http://schemas.openxmlformats.org/officeDocument/2006/relationships/slideMaster" Target="../slideMasters/slideMaster_80000000_2D2C8445.xml"/></Relationships>
</file>

<file path=ppt/slideLayouts/_rels/slideLayout_80000021_F983F9EC.xml.rels><?xml version="1.0" encoding="UTF-8" standalone="yes"?>
<Relationships xmlns="http://schemas.openxmlformats.org/package/2006/relationships"><Relationship Id="rId2" Type="http://schemas.openxmlformats.org/officeDocument/2006/relationships/image" Target="../media/image_5ED648DE.jpeg"/><Relationship Id="rId1" Type="http://schemas.openxmlformats.org/officeDocument/2006/relationships/slideMaster" Target="../slideMasters/slideMaster_80000000_2D2C8445.xml"/></Relationships>
</file>

<file path=ppt/slideLayouts/_rels/slideLayout_80000022_B92581E2.xml.rels><?xml version="1.0" encoding="UTF-8" standalone="yes"?>
<Relationships xmlns="http://schemas.openxmlformats.org/package/2006/relationships"><Relationship Id="rId2" Type="http://schemas.openxmlformats.org/officeDocument/2006/relationships/image" Target="../media/image_68186845.jpeg"/><Relationship Id="rId1" Type="http://schemas.openxmlformats.org/officeDocument/2006/relationships/slideMaster" Target="../slideMasters/slideMaster_80000000_2D2C8445.xml"/></Relationships>
</file>

<file path=ppt/slideLayouts/_rels/slideLayout_80000023_4389BBD2.xml.rels><?xml version="1.0" encoding="UTF-8" standalone="yes"?>
<Relationships xmlns="http://schemas.openxmlformats.org/package/2006/relationships"><Relationship Id="rId2" Type="http://schemas.openxmlformats.org/officeDocument/2006/relationships/image" Target="../media/image_68186845.jpeg"/><Relationship Id="rId1" Type="http://schemas.openxmlformats.org/officeDocument/2006/relationships/slideMaster" Target="../slideMasters/slideMaster_80000000_2D2C8445.xml"/></Relationships>
</file>

<file path=ppt/slideLayouts/_rels/slideLayout_80000024_2CF0C740.xml.rels><?xml version="1.0" encoding="UTF-8" standalone="yes"?>
<Relationships xmlns="http://schemas.openxmlformats.org/package/2006/relationships"><Relationship Id="rId2" Type="http://schemas.openxmlformats.org/officeDocument/2006/relationships/image" Target="../media/image_9CA11EBB.jpeg"/><Relationship Id="rId1" Type="http://schemas.openxmlformats.org/officeDocument/2006/relationships/slideMaster" Target="../slideMasters/slideMaster_80000000_2D2C8445.xml"/></Relationships>
</file>

<file path=ppt/slideLayouts/_rels/slideLayout_80000025_CEEBBA44.xml.rels><?xml version="1.0" encoding="UTF-8" standalone="yes"?>
<Relationships xmlns="http://schemas.openxmlformats.org/package/2006/relationships"><Relationship Id="rId2" Type="http://schemas.openxmlformats.org/officeDocument/2006/relationships/image" Target="../media/image_9CA11EBB.jpeg"/><Relationship Id="rId1" Type="http://schemas.openxmlformats.org/officeDocument/2006/relationships/slideMaster" Target="../slideMasters/slideMaster_80000000_2D2C8445.xml"/></Relationships>
</file>

<file path=ppt/slideLayouts/_rels/slideLayout_80000026_486BFDC1.xml.rels><?xml version="1.0" encoding="UTF-8" standalone="yes"?>
<Relationships xmlns="http://schemas.openxmlformats.org/package/2006/relationships"><Relationship Id="rId2" Type="http://schemas.openxmlformats.org/officeDocument/2006/relationships/image" Target="../media/image_9CA11EBB.jpeg"/><Relationship Id="rId1" Type="http://schemas.openxmlformats.org/officeDocument/2006/relationships/slideMaster" Target="../slideMasters/slideMaster_80000000_2D2C8445.xml"/></Relationships>
</file>

<file path=ppt/slideLayouts/_rels/slideLayout_80000027_B6D15635.xml.rels><?xml version="1.0" encoding="UTF-8" standalone="yes"?>
<Relationships xmlns="http://schemas.openxmlformats.org/package/2006/relationships"><Relationship Id="rId2" Type="http://schemas.openxmlformats.org/officeDocument/2006/relationships/image" Target="../media/image_9CA11EBB.jpeg"/><Relationship Id="rId1" Type="http://schemas.openxmlformats.org/officeDocument/2006/relationships/slideMaster" Target="../slideMasters/slideMaster_80000000_2D2C8445.xml"/></Relationships>
</file>

<file path=ppt/slideLayouts/_rels/slideLayout_80000028_572E2E7D.xml.rels><?xml version="1.0" encoding="UTF-8" standalone="yes"?>
<Relationships xmlns="http://schemas.openxmlformats.org/package/2006/relationships"><Relationship Id="rId2" Type="http://schemas.openxmlformats.org/officeDocument/2006/relationships/image" Target="../media/image_82893792.jpeg"/><Relationship Id="rId1" Type="http://schemas.openxmlformats.org/officeDocument/2006/relationships/slideMaster" Target="../slideMasters/slideMaster_80000000_2D2C8445.xml"/></Relationships>
</file>

<file path=ppt/slideLayouts/_rels/slideLayout_80000029_529D9E8E.xml.rels><?xml version="1.0" encoding="UTF-8" standalone="yes"?>
<Relationships xmlns="http://schemas.openxmlformats.org/package/2006/relationships"><Relationship Id="rId2" Type="http://schemas.openxmlformats.org/officeDocument/2006/relationships/image" Target="../media/image_82893792.jpeg"/><Relationship Id="rId1" Type="http://schemas.openxmlformats.org/officeDocument/2006/relationships/slideMaster" Target="../slideMasters/slideMaster_80000000_2D2C8445.xml"/></Relationships>
</file>

<file path=ppt/slideLayouts/_rels/slideLayout_80000030_291ACE0D.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31_98785BE4.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32_EE67F743.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33_86C91987.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34_6409A788.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35_2AAA2BBE.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36_BFBB9B36.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37_9369B70D.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38_AD4C7468.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_rels/slideLayout_80000039_D7DAE23C.xml.rels><?xml version="1.0" encoding="UTF-8" standalone="yes"?>
<Relationships xmlns="http://schemas.openxmlformats.org/package/2006/relationships"><Relationship Id="rId1" Type="http://schemas.openxmlformats.org/officeDocument/2006/relationships/slideMaster" Target="../slideMasters/slideMaster_80000000_2D2C8445.xml"/></Relationships>
</file>

<file path=ppt/slideLayouts/slideLayout_8000000A_97C94C5F.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4"/>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1C10CD-8205-284F-2921-9485E7A98F0D}"/>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bg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775DFD7E-DC78-4573-96D7-845D38E0273E}"/>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AFCC10B5-4890-B43F-DE24-5200F4E75EEB}"/>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D5586E6-D520-6A63-5060-BF06C136BEF5}"/>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bg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solidFill>
                  <a:schemeClr val="bg2"/>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lvl1pPr>
              <a:defRPr>
                <a:solidFill>
                  <a:schemeClr val="bg1"/>
                </a:solidFill>
              </a:defRPr>
            </a:lvl1pPr>
          </a:lstStyle>
          <a:p>
            <a:fld id="{B2188889-44B4-42BD-84DC-2D1A93FD44C7}"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lvl1pPr>
              <a:defRPr>
                <a:solidFill>
                  <a:schemeClr val="bg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25465519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B_28F9FFDF.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96A40708-E793-490B-9201-425C8D1F325C}" type="datetime1">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687472607"/>
      </p:ext>
    </p:extLst>
  </p:cSld>
  <p:clrMapOvr>
    <a:masterClrMapping/>
  </p:clrMapOvr>
</p:sldLayout>
</file>

<file path=ppt/slideLayouts/slideLayout_8000001A_871BFDC.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3" cy="365760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1601" y="685800"/>
            <a:ext cx="4572000" cy="36576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63EB29E-E91D-4BC9-BE3F-394F6FDC9AC7}"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9" name="Freeform: Shape 8">
            <a:extLst>
              <a:ext uri="{FF2B5EF4-FFF2-40B4-BE49-F238E27FC236}">
                <a16:creationId xmlns:a16="http://schemas.microsoft.com/office/drawing/2014/main" id="{C662DADE-FB83-6BD4-1D72-E22F0783A67E}"/>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7CD6A0-64A5-5058-DFD2-8DD1FAF7BEEB}"/>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E8E4321-3109-17F5-C530-4108033F07F5}"/>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AAD0450-E765-A0E1-7C56-37246411FDD0}"/>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Tree>
    <p:extLst>
      <p:ext uri="{BB962C8B-B14F-4D97-AF65-F5344CB8AC3E}">
        <p14:creationId xmlns:p14="http://schemas.microsoft.com/office/powerpoint/2010/main" val="141672412"/>
      </p:ext>
    </p:extLst>
  </p:cSld>
  <p:clrMapOvr>
    <a:masterClrMapping/>
  </p:clrMapOvr>
</p:sldLayout>
</file>

<file path=ppt/slideLayouts/slideLayout_8000001B_8DB74498.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405E2B5C-398A-3F2F-4BCC-FFF94D44632F}"/>
              </a:ext>
            </a:extLst>
          </p:cNvPr>
          <p:cNvSpPr/>
          <p:nvPr/>
        </p:nvSpPr>
        <p:spPr>
          <a:xfrm>
            <a:off x="11250895" y="5407944"/>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2897460-3A7D-EC5C-76B9-2725193E10AF}"/>
              </a:ext>
            </a:extLst>
          </p:cNvPr>
          <p:cNvSpPr/>
          <p:nvPr/>
        </p:nvSpPr>
        <p:spPr>
          <a:xfrm>
            <a:off x="685800" y="5758439"/>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742E741-698E-A2B8-7BD5-9DE89C610C2F}"/>
              </a:ext>
            </a:extLst>
          </p:cNvPr>
          <p:cNvSpPr/>
          <p:nvPr/>
        </p:nvSpPr>
        <p:spPr>
          <a:xfrm>
            <a:off x="10998565" y="5490376"/>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A04551B-2E70-1734-DA15-F26ABEC9D9D0}"/>
              </a:ext>
            </a:extLst>
          </p:cNvPr>
          <p:cNvSpPr/>
          <p:nvPr/>
        </p:nvSpPr>
        <p:spPr>
          <a:xfrm>
            <a:off x="10976145" y="5490381"/>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685800"/>
            <a:ext cx="3654553" cy="408358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1600" y="685800"/>
            <a:ext cx="6045390" cy="40835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BAD7DA-2107-4637-8C8D-3B775970879B}"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377598104"/>
      </p:ext>
    </p:extLst>
  </p:cSld>
  <p:clrMapOvr>
    <a:masterClrMapping/>
  </p:clrMapOvr>
</p:sldLayout>
</file>

<file path=ppt/slideLayouts/slideLayout_8000001C_5C3D61B2.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659F5542-E2F9-4DC1-8AB7-8E5D8714BD21}"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1547526578"/>
      </p:ext>
    </p:extLst>
  </p:cSld>
  <p:clrMapOvr>
    <a:masterClrMapping/>
  </p:clrMapOvr>
</p:sldLayout>
</file>

<file path=ppt/slideLayouts/slideLayout_8000001D_FF390DCD.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94DE839-4377-D8CF-B2A4-D0C3E0F49821}"/>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A5E5478-C025-8AD6-B7FE-E95C356E887C}"/>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0EF54C8-1B9C-18F9-4647-D96F1A37BC05}"/>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3C1B42D9-101B-9822-0BAF-F80E962BB4CD}"/>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685800"/>
            <a:ext cx="3654554" cy="4550251"/>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181600" y="685800"/>
            <a:ext cx="6394703" cy="546401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4597AFA7-1C4B-4AAF-9FD8-61D1DA4C999A}"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4281929165"/>
      </p:ext>
    </p:extLst>
  </p:cSld>
  <p:clrMapOvr>
    <a:masterClrMapping/>
  </p:clrMapOvr>
</p:sldLayout>
</file>

<file path=ppt/slideLayouts/slideLayout_8000001E_1D47ABAD.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9AC2E340-F7F3-5093-0E0A-41015057E720}"/>
              </a:ext>
            </a:extLst>
          </p:cNvPr>
          <p:cNvCxnSpPr/>
          <p:nvPr userDrawn="1"/>
        </p:nvCxnSpPr>
        <p:spPr>
          <a:xfrm>
            <a:off x="5191026" y="2362200"/>
            <a:ext cx="6391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91026" y="685807"/>
            <a:ext cx="6391374" cy="1372001"/>
          </a:xfrm>
        </p:spPr>
        <p:txBody>
          <a:bodyPr anchor="b">
            <a:noAutofit/>
          </a:bodyPr>
          <a:lstStyle>
            <a:lvl1pPr>
              <a:defRPr>
                <a:solidFill>
                  <a:schemeClr val="tx2"/>
                </a:solidFill>
              </a:defRPr>
            </a:lvl1pPr>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80729" y="2743204"/>
            <a:ext cx="6395573" cy="3428989"/>
          </a:xfrm>
        </p:spPr>
        <p:txBody>
          <a:bodyPr>
            <a:noAutofit/>
          </a:bodyPr>
          <a:lstStyle>
            <a:lvl1pPr>
              <a:defRPr sz="14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91026" y="6343825"/>
            <a:ext cx="3364903" cy="365125"/>
          </a:xfrm>
        </p:spPr>
        <p:txBody>
          <a:bodyPr>
            <a:noAutofit/>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noAutofit/>
          </a:bodyPr>
          <a:lstStyle>
            <a:lvl1pPr>
              <a:defRPr>
                <a:solidFill>
                  <a:schemeClr val="tx1"/>
                </a:solidFill>
              </a:defRPr>
            </a:lvl1pPr>
          </a:lstStyle>
          <a:p>
            <a:fld id="{EF5F7DF4-8BE0-4832-9230-78DDDEC4B6DD}" type="datetime1">
              <a:rPr lang="en-US" smtClean="0"/>
              <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noAutofit/>
          </a:bodyPr>
          <a:lstStyle>
            <a:lvl1pPr>
              <a:defRPr>
                <a:solidFill>
                  <a:schemeClr val="tx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491236269"/>
      </p:ext>
    </p:extLst>
  </p:cSld>
  <p:clrMapOvr>
    <a:masterClrMapping/>
  </p:clrMapOvr>
</p:sldLayout>
</file>

<file path=ppt/slideLayouts/slideLayout_8000001F_A596171D.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DD3D21CC-B9C8-49F6-ADE7-6BF4A546A74E}" type="datetime1">
              <a:rPr lang="en-US" smtClean="0"/>
              <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
            </a:fld>
            <a:endParaRPr lang="en-US"/>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a:t>.</a:t>
            </a:r>
          </a:p>
        </p:txBody>
      </p:sp>
    </p:spTree>
    <p:extLst>
      <p:ext uri="{BB962C8B-B14F-4D97-AF65-F5344CB8AC3E}">
        <p14:creationId xmlns:p14="http://schemas.microsoft.com/office/powerpoint/2010/main" val="2778076957"/>
      </p:ext>
    </p:extLst>
  </p:cSld>
  <p:clrMapOvr>
    <a:masterClrMapping/>
  </p:clrMapOvr>
</p:sldLayout>
</file>

<file path=ppt/slideLayouts/slideLayout_8000002A_785C192E.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B78D85C6-8657-43F4-BE68-8F80962A5435}"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2019301678"/>
      </p:ext>
    </p:extLst>
  </p:cSld>
  <p:clrMapOvr>
    <a:masterClrMapping/>
  </p:clrMapOvr>
</p:sldLayout>
</file>

<file path=ppt/slideLayouts/slideLayout_8000002B_4B7EEFDD.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endParaRPr lang="en-US"/>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9D65A6B-59CD-4A95-97A1-5003425BCE52}" type="datetime1">
              <a:rPr lang="en-US" smtClean="0"/>
              <a:t/>
            </a:fld>
            <a:endParaRPr lang="en-US"/>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1266610141"/>
      </p:ext>
    </p:extLst>
  </p:cSld>
  <p:clrMapOvr>
    <a:overrideClrMapping bg1="lt1" tx1="dk1" bg2="lt2" tx2="dk2" accent1="accent1" accent2="accent2" accent3="accent3" accent4="accent4" accent5="accent5" accent6="accent6" hlink="hlink" folHlink="folHlink"/>
  </p:clrMapOvr>
</p:sldLayout>
</file>

<file path=ppt/slideLayouts/slideLayout_8000002C_D1CDD391.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AEBE612C-E459-4252-B286-C98BDF4C5E92}" type="datetime1">
              <a:rPr lang="en-US" smtClean="0"/>
              <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3519927185"/>
      </p:ext>
    </p:extLst>
  </p:cSld>
  <p:clrMapOvr>
    <a:masterClrMapping/>
  </p:clrMapOvr>
</p:sldLayout>
</file>

<file path=ppt/slideLayouts/slideLayout_8000002D_E9A179FD.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D8568ADA-B78D-4076-A9DF-6C8E04B71243}" type="datetime1">
              <a:rPr lang="en-US" smtClean="0"/>
              <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3919673853"/>
      </p:ext>
    </p:extLst>
  </p:cSld>
  <p:clrMapOvr>
    <a:masterClrMapping/>
  </p:clrMapOvr>
</p:sldLayout>
</file>

<file path=ppt/slideLayouts/slideLayout_8000002E_59D4484F.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E3ED234F-BBE0-48A3-AC31-D10A1F3BC187}"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1507084367"/>
      </p:ext>
    </p:extLst>
  </p:cSld>
  <p:clrMapOvr>
    <a:masterClrMapping/>
  </p:clrMapOvr>
</p:sldLayout>
</file>

<file path=ppt/slideLayouts/slideLayout_8000002F_DF1DF859.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AA0D3809-2B53-482D-AD1B-8B09C4B2656C}"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3743283289"/>
      </p:ext>
    </p:extLst>
  </p:cSld>
  <p:clrMapOvr>
    <a:masterClrMapping/>
  </p:clrMapOvr>
</p:sldLayout>
</file>

<file path=ppt/slideLayouts/slideLayout_8000003A_C998CAC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D7B20C69-CB4E-44F7-A408-67C55627795C}" type="datetime1">
              <a:rPr lang="en-US" smtClean="0"/>
              <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3382233793"/>
      </p:ext>
    </p:extLst>
  </p:cSld>
  <p:clrMapOvr>
    <a:masterClrMapping/>
  </p:clrMapOvr>
</p:sldLayout>
</file>

<file path=ppt/slideLayouts/slideLayout_8000003B_AE1F91C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noAutofit/>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noAutofit/>
          </a:bodyPr>
          <a:lstStyle/>
          <a:p>
            <a:fld id="{A0C8FE45-F91B-4375-B362-4DC6F9A2A304}" type="datetime1">
              <a:rPr lang="en-US" smtClean="0"/>
              <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2921304517"/>
      </p:ext>
    </p:extLst>
  </p:cSld>
  <p:clrMapOvr>
    <a:masterClrMapping/>
  </p:clrMapOvr>
</p:sldLayout>
</file>

<file path=ppt/slideLayouts/slideLayout_8000003C_A5025A5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572A1522-8F1E-408E-ABA2-6F5B206582B8}" type="datetime1">
              <a:rPr lang="en-US" smtClean="0"/>
              <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2768394841"/>
      </p:ext>
    </p:extLst>
  </p:cSld>
  <p:clrMapOvr>
    <a:masterClrMapping/>
  </p:clrMapOvr>
</p:sldLayout>
</file>

<file path=ppt/slideLayouts/slideLayout_8000003D_F8113A7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3E19A776-5AE6-4251-8560-C6066D0B46D6}" type="datetime1">
              <a:rPr lang="en-US" smtClean="0"/>
              <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4161878649"/>
      </p:ext>
    </p:extLst>
  </p:cSld>
  <p:clrMapOvr>
    <a:masterClrMapping/>
  </p:clrMapOvr>
</p:sldLayout>
</file>

<file path=ppt/slideLayouts/slideLayout_8000003E_4582783A.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95FFA61-E651-4E50-A159-710A5ED7E6FE}"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1166178362"/>
      </p:ext>
    </p:extLst>
  </p:cSld>
  <p:clrMapOvr>
    <a:overrideClrMapping bg1="dk1" tx1="lt1" bg2="dk2" tx2="lt2" accent1="accent1" accent2="accent2" accent3="accent3" accent4="accent4" accent5="accent5" accent6="accent6" hlink="hlink" folHlink="folHlink"/>
  </p:clrMapOvr>
</p:sldLayout>
</file>

<file path=ppt/slideLayouts/slideLayout_8000003F_BCC270E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AB975A1-C2E9-D1D4-3C6F-7296B13798B1}"/>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243F218-F67B-B464-9035-A6AA389E6224}"/>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61F0E05A-E796-C1AE-DCB2-706459874FC1}"/>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863187-9C01-45D7-5737-0DEACAA80C83}"/>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8226424" cy="3725056"/>
          </a:xfrm>
        </p:spPr>
        <p:txBody>
          <a:bodyPr anchor="b">
            <a:noAutofit/>
          </a:bodyPr>
          <a:lstStyle>
            <a:lvl1pPr>
              <a:defRPr sz="9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7" y="4572000"/>
            <a:ext cx="8226424" cy="1608008"/>
          </a:xfrm>
        </p:spPr>
        <p:txBody>
          <a:bodyPr>
            <a:noAutofit/>
          </a:bodyPr>
          <a:lstStyle>
            <a:lvl1pPr marL="0" indent="0">
              <a:buNone/>
              <a:defRPr sz="1800"/>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8E9E0D87-B7D0-4C2E-BAD1-97A555313A20}"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3166859491"/>
      </p:ext>
    </p:extLst>
  </p:cSld>
  <p:clrMapOvr>
    <a:overrideClrMapping bg1="dk1" tx1="lt1" bg2="dk2" tx2="lt2" accent1="accent1" accent2="accent2" accent3="accent3" accent4="accent4" accent5="accent5" accent6="accent6" hlink="hlink" folHlink="folHlink"/>
  </p:clrMapOvr>
</p:sldLayout>
</file>

<file path=ppt/slideLayouts/slideLayout_80000001_8A7A8D60.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E5F44E88-89D9-49CC-9E37-1AF77A031198}"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232328739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2_7516BA0A.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63655" cy="762001"/>
          </a:xfrm>
        </p:spPr>
        <p:txBody>
          <a:bodyPr anchor="b">
            <a:noAutofit/>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828800"/>
            <a:ext cx="10963656" cy="4343400"/>
          </a:xfrm>
        </p:spPr>
        <p:txBody>
          <a:bodyP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AC2C24E-B95E-481D-968E-0BDCFC72F656}"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1964423690"/>
      </p:ext>
    </p:extLst>
  </p:cSld>
  <p:clrMapOvr>
    <a:masterClrMapping/>
  </p:clrMapOvr>
</p:sldLayout>
</file>

<file path=ppt/slideLayouts/slideLayout_80000003_E3714A2F.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381585259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42B32F4E.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83DFFD80-41C6-4EAA-B049-EE90EA550127}"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90393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5_7D53ED18.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44210B3C-79E3-495A-B2C3-EF766F409D04}"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265218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DE2E2B73.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D6235515-DA3D-4D9A-9B02-44E2CBD9110F}" type="datetime1">
              <a:rPr lang="en-US" smtClean="0"/>
              <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
            </a:fld>
            <a:endParaRPr lang="en-US"/>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372756773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C788CF97.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852BD0B2-E7A7-4B81-8BAF-4B92BD6A4310}"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33476320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7E191B8C.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A0E657DB-59AB-47CC-B4C7-A245A3C76BB1}"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p>
        </p:txBody>
      </p:sp>
    </p:spTree>
    <p:extLst>
      <p:ext uri="{BB962C8B-B14F-4D97-AF65-F5344CB8AC3E}">
        <p14:creationId xmlns:p14="http://schemas.microsoft.com/office/powerpoint/2010/main" val="211557466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9_5DE709CE.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6AC1F45-7001-8B9F-DFF6-7AB9BDFFEEB2}"/>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54C7D192-E835-0A48-0A40-F45D83E2583F}"/>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FB376E1-8198-EB00-587E-C647BCF364D4}"/>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94599F-6DE1-A082-E9E1-D732956078A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09600" y="990600"/>
            <a:ext cx="10058400" cy="5029200"/>
          </a:xfrm>
        </p:spPr>
        <p:txBody>
          <a:bodyPr vert="horz" lIns="91440" tIns="45720" rIns="91440" bIns="45720" rtlCol="0" anchor="b">
            <a:noAutofit/>
          </a:bodyPr>
          <a:lstStyle>
            <a:lvl1pPr>
              <a:defRPr lang="en-US" sz="11000" dirty="0"/>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noAutofit/>
          </a:bodyPr>
          <a:lstStyle/>
          <a:p>
            <a:fld id="{1415DC98-F527-4737-A5B9-3597210FA2F7}" type="datetime1">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15754224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8_1F6085D4.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C1968991-530B-4F8D-80FE-2192BD2DD5A5}" type="datetime1">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526419412"/>
      </p:ext>
    </p:extLst>
  </p:cSld>
  <p:clrMapOvr>
    <a:masterClrMapping/>
  </p:clrMapOvr>
</p:sldLayout>
</file>

<file path=ppt/slideLayouts/slideLayout_80000019_F1A58951.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C23477E6-5CE8-4544-92C7-AEB7D166FD7D}" type="datetime1">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4054157649"/>
      </p:ext>
    </p:extLst>
  </p:cSld>
  <p:clrMapOvr>
    <a:masterClrMapping/>
  </p:clrMapOvr>
</p:sldLayout>
</file>

<file path=ppt/slideLayouts/slideLayout_80000020_45AD551D.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40723AE1-14A9-42B1-9F02-B524DA830762}" type="datetime1">
              <a:rPr lang="en-US" smtClean="0"/>
              <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1168987421"/>
      </p:ext>
    </p:extLst>
  </p:cSld>
  <p:clrMapOvr>
    <a:masterClrMapping/>
  </p:clrMapOvr>
</p:sldLayout>
</file>

<file path=ppt/slideLayouts/slideLayout_80000021_F983F9EC.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6858000" cy="1111532"/>
          </a:xfrm>
        </p:spPr>
        <p:txBody>
          <a:bodyPr anchor="b">
            <a:noAutofit/>
          </a:body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noAutofit/>
          </a:bodyPr>
          <a:lstStyle/>
          <a:p>
            <a:fld id="{C1166B1E-1AFA-4A7F-9646-409FBAA0A887}" type="datetime1">
              <a:rPr lang="en-US" smtClean="0"/>
              <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noAutofit/>
          </a:bodyPr>
          <a:lstStyle/>
          <a:p>
            <a:fld id="{AEAA3239-9EA4-4A65-A281-97F994456D9F}" type="slidenum">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4186175980"/>
      </p:ext>
    </p:extLst>
  </p:cSld>
  <p:clrMapOvr>
    <a:masterClrMapping/>
  </p:clrMapOvr>
</p:sldLayout>
</file>

<file path=ppt/slideLayouts/slideLayout_80000022_B92581E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F2240801-1142-4411-9AA3-00BC0B3F40DA}"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3106243042"/>
      </p:ext>
    </p:extLst>
  </p:cSld>
  <p:clrMapOvr>
    <a:masterClrMapping/>
  </p:clrMapOvr>
</p:sldLayout>
</file>

<file path=ppt/slideLayouts/slideLayout_80000023_4389BBD2.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CFA9782-9FBA-47E1-A36A-E75622F7046E}" type="datetime1">
              <a:rPr lang="en-US" smtClean="0"/>
              <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1133099986"/>
      </p:ext>
    </p:extLst>
  </p:cSld>
  <p:clrMapOvr>
    <a:masterClrMapping/>
  </p:clrMapOvr>
</p:sldLayout>
</file>

<file path=ppt/slideLayouts/slideLayout_80000024_2CF0C740.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4" y="687787"/>
            <a:ext cx="3363259" cy="1993392"/>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1" y="2880360"/>
            <a:ext cx="3363259" cy="327461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p:spPr>
        <p:txBody>
          <a:bodyPr>
            <a:noAutofit/>
          </a:bodyPr>
          <a:lstStyle/>
          <a:p>
            <a:r>
              <a:rPr lang="en-US"/>
              <a:t>Sample Footer Text</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noAutofit/>
          </a:bodyPr>
          <a:lstStyle/>
          <a:p>
            <a:fld id="{AA28231D-ABE1-4859-B037-5D42FA8F4858}" type="datetime1">
              <a:rPr lang="en-US" smtClean="0"/>
              <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753977152"/>
      </p:ext>
    </p:extLst>
  </p:cSld>
  <p:clrMapOvr>
    <a:masterClrMapping/>
  </p:clrMapOvr>
</p:sldLayout>
</file>

<file path=ppt/slideLayouts/slideLayout_80000025_CEEBBA44.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AAA916C4-9175-479B-9610-7E06A2EDFEE0}" type="datetime1">
              <a:rPr lang="en-US" smtClean="0"/>
              <a:t/>
            </a:fld>
            <a:endParaRPr lang="en-US"/>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a:t>.</a:t>
            </a:r>
          </a:p>
        </p:txBody>
      </p:sp>
    </p:spTree>
    <p:extLst>
      <p:ext uri="{BB962C8B-B14F-4D97-AF65-F5344CB8AC3E}">
        <p14:creationId xmlns:p14="http://schemas.microsoft.com/office/powerpoint/2010/main" val="3471555140"/>
      </p:ext>
    </p:extLst>
  </p:cSld>
  <p:clrMapOvr>
    <a:masterClrMapping/>
  </p:clrMapOvr>
</p:sldLayout>
</file>

<file path=ppt/slideLayouts/slideLayout_80000026_486BFDC1.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71AD2788-6390-4160-9542-0F1C554F0165}"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1215036865"/>
      </p:ext>
    </p:extLst>
  </p:cSld>
  <p:clrMapOvr>
    <a:masterClrMapping/>
  </p:clrMapOvr>
</p:sldLayout>
</file>

<file path=ppt/slideLayouts/slideLayout_80000027_B6D15635.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C6E6CDFB-328D-4B9A-B955-967B0C6194A8}" type="datetime1">
              <a:rPr lang="en-US" smtClean="0"/>
              <a:t/>
            </a:fld>
            <a:endParaRPr lang="en-US"/>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endParaRPr lang="en-US"/>
          </a:p>
        </p:txBody>
      </p:sp>
    </p:spTree>
    <p:extLst>
      <p:ext uri="{BB962C8B-B14F-4D97-AF65-F5344CB8AC3E}">
        <p14:creationId xmlns:p14="http://schemas.microsoft.com/office/powerpoint/2010/main" val="3067172405"/>
      </p:ext>
    </p:extLst>
  </p:cSld>
  <p:clrMapOvr>
    <a:masterClrMapping/>
  </p:clrMapOvr>
</p:sldLayout>
</file>

<file path=ppt/slideLayouts/slideLayout_80000028_572E2E7D.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A994DB4-9653-4FD4-8A14-5DAFB68B0E92}"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1462644349"/>
      </p:ext>
    </p:extLst>
  </p:cSld>
  <p:clrMapOvr>
    <a:masterClrMapping/>
  </p:clrMapOvr>
</p:sldLayout>
</file>

<file path=ppt/slideLayouts/slideLayout_80000029_529D9E8E.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BECFC22-7333-427C-A7BB-2A423772B9A0}"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1386061454"/>
      </p:ext>
    </p:extLst>
  </p:cSld>
  <p:clrMapOvr>
    <a:masterClrMapping/>
  </p:clrMapOvr>
</p:sldLayout>
</file>

<file path=ppt/slideLayouts/slideLayout_80000030_291ACE0D.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154F04C1-B149-48D4-90B8-E64820B32F59}" type="datetime1">
              <a:rPr lang="en-US" smtClean="0"/>
              <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689622541"/>
      </p:ext>
    </p:extLst>
  </p:cSld>
  <p:clrMapOvr>
    <a:overrideClrMapping bg1="dk1" tx1="lt1" bg2="dk2" tx2="lt2" accent1="accent1" accent2="accent2" accent3="accent3" accent4="accent4" accent5="accent5" accent6="accent6" hlink="hlink" folHlink="folHlink"/>
  </p:clrMapOvr>
</p:sldLayout>
</file>

<file path=ppt/slideLayouts/slideLayout_80000031_98785BE4.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81AED7B4-8DB4-40B0-90CF-49D3708442C0}" type="datetime1">
              <a:rPr lang="en-US" smtClean="0"/>
              <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2558024676"/>
      </p:ext>
    </p:extLst>
  </p:cSld>
  <p:clrMapOvr>
    <a:masterClrMapping/>
  </p:clrMapOvr>
</p:sldLayout>
</file>

<file path=ppt/slideLayouts/slideLayout_80000032_EE67F743.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F861E720-2EA4-4832-8DC2-DC3D2BDBB07C}" type="datetime1">
              <a:rPr lang="en-US" smtClean="0"/>
              <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3999790915"/>
      </p:ext>
    </p:extLst>
  </p:cSld>
  <p:clrMapOvr>
    <a:overrideClrMapping bg1="dk1" tx1="lt1" bg2="dk2" tx2="lt2" accent1="accent1" accent2="accent2" accent3="accent3" accent4="accent4" accent5="accent5" accent6="accent6" hlink="hlink" folHlink="folHlink"/>
  </p:clrMapOvr>
</p:sldLayout>
</file>

<file path=ppt/slideLayouts/slideLayout_80000033_86C91987.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979D7E7-81D7-BD45-ADEC-E83F7EF73EC8}"/>
              </a:ext>
            </a:extLst>
          </p:cNvPr>
          <p:cNvSpPr/>
          <p:nvPr/>
        </p:nvSpPr>
        <p:spPr>
          <a:xfrm>
            <a:off x="11254003"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6D6EAAA-843B-4F5B-47BF-3A0B75B59A45}"/>
              </a:ext>
            </a:extLst>
          </p:cNvPr>
          <p:cNvSpPr/>
          <p:nvPr/>
        </p:nvSpPr>
        <p:spPr>
          <a:xfrm>
            <a:off x="10866791"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D5A4CCB8-341A-D7B3-2B2F-C6943129C281}"/>
              </a:ext>
            </a:extLst>
          </p:cNvPr>
          <p:cNvSpPr/>
          <p:nvPr/>
        </p:nvSpPr>
        <p:spPr>
          <a:xfrm>
            <a:off x="11003886"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A1B2662-9528-65C6-986B-EA4135BF4CA6}"/>
              </a:ext>
            </a:extLst>
          </p:cNvPr>
          <p:cNvSpPr/>
          <p:nvPr/>
        </p:nvSpPr>
        <p:spPr>
          <a:xfrm>
            <a:off x="10981626"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10972800" cy="4514529"/>
          </a:xfrm>
        </p:spPr>
        <p:txBody>
          <a:bodyPr anchor="t">
            <a:noAutofit/>
          </a:bodyPr>
          <a:lstStyle>
            <a:lvl1pPr marL="0" indent="0">
              <a:lnSpc>
                <a:spcPct val="90000"/>
              </a:lnSpc>
              <a:buNone/>
              <a:defRPr sz="7000" b="0" i="0" cap="all" baseline="0">
                <a:latin typeface="+mn-lt"/>
              </a:defRPr>
            </a:lvl1pPr>
            <a:lvl2pPr marL="228600" indent="0">
              <a:lnSpc>
                <a:spcPct val="90000"/>
              </a:lnSpc>
              <a:buNone/>
              <a:defRPr sz="7000" b="0" i="0" cap="all" baseline="0">
                <a:latin typeface="+mn-lt"/>
              </a:defRPr>
            </a:lvl2pPr>
            <a:lvl3pPr marL="457200" indent="0">
              <a:lnSpc>
                <a:spcPct val="90000"/>
              </a:lnSpc>
              <a:buNone/>
              <a:defRPr sz="7000" b="0" i="0" cap="all" baseline="0">
                <a:latin typeface="+mn-lt"/>
              </a:defRPr>
            </a:lvl3pPr>
            <a:lvl4pPr marL="685800" indent="0">
              <a:lnSpc>
                <a:spcPct val="90000"/>
              </a:lnSpc>
              <a:buNone/>
              <a:defRPr sz="7000" b="0" i="0" cap="all" baseline="0">
                <a:latin typeface="+mn-lt"/>
              </a:defRPr>
            </a:lvl4pPr>
            <a:lvl5pPr marL="914400" indent="0">
              <a:lnSpc>
                <a:spcPct val="90000"/>
              </a:lnSpc>
              <a:buNone/>
              <a:defRPr sz="7000" b="0" i="0" cap="all" baseline="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AB608D6C-D0F1-479F-911E-8569D2F1ED15}" type="datetime1">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2261326215"/>
      </p:ext>
    </p:extLst>
  </p:cSld>
  <p:clrMapOvr>
    <a:overrideClrMapping bg1="dk1" tx1="lt1" bg2="dk2" tx2="lt2" accent1="accent1" accent2="accent2" accent3="accent3" accent4="accent4" accent5="accent5" accent6="accent6" hlink="hlink" folHlink="folHlink"/>
  </p:clrMapOvr>
</p:sldLayout>
</file>

<file path=ppt/slideLayouts/slideLayout_80000034_6409A788.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0572EAA-9C03-6737-7961-89F7D9E127AC}"/>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D2A1F66-1FB1-8357-178D-CB1C0F8B7E56}"/>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D8E75-63C0-8CE8-7E5A-37E4E429140F}"/>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9DF1B2A2-FEB2-CC42-0F0F-71CD13535424}"/>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noAutofit/>
          </a:bodyPr>
          <a:lstStyle>
            <a:lvl1pPr>
              <a:defRPr sz="5400" b="0" i="0" cap="all" baseline="0">
                <a:solidFill>
                  <a:schemeClr val="accent1">
                    <a:lumMod val="50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85800"/>
            <a:ext cx="10972800" cy="4572000"/>
          </a:xfrm>
        </p:spPr>
        <p:txBody>
          <a:bodyPr vert="horz" lIns="91440" tIns="45720" rIns="91440" bIns="45720" rtlCol="0" anchor="t">
            <a:noAutofit/>
          </a:bodyPr>
          <a:lstStyle>
            <a:lvl1pPr marL="0" indent="0">
              <a:lnSpc>
                <a:spcPct val="90000"/>
              </a:lnSpc>
              <a:buNone/>
              <a:defRPr lang="en-US" sz="7000" b="0" i="0" cap="all" baseline="0" dirty="0">
                <a:latin typeface="+mn-lt"/>
              </a:defRPr>
            </a:lvl1pPr>
            <a:lvl2pPr marL="228600" indent="0">
              <a:lnSpc>
                <a:spcPct val="90000"/>
              </a:lnSpc>
              <a:buNone/>
              <a:defRPr lang="en-US" sz="7000" b="0" i="0" cap="all" baseline="0" dirty="0">
                <a:latin typeface="+mn-lt"/>
              </a:defRPr>
            </a:lvl2pPr>
            <a:lvl3pPr marL="457200" indent="0">
              <a:lnSpc>
                <a:spcPct val="90000"/>
              </a:lnSpc>
              <a:buNone/>
              <a:defRPr lang="en-US" sz="7000" b="0" i="0" cap="all" baseline="0" dirty="0">
                <a:latin typeface="+mn-lt"/>
              </a:defRPr>
            </a:lvl3pPr>
            <a:lvl4pPr marL="685800" indent="0">
              <a:lnSpc>
                <a:spcPct val="90000"/>
              </a:lnSpc>
              <a:buNone/>
              <a:defRPr lang="en-US" sz="7000" b="0" i="0" cap="all" baseline="0" dirty="0">
                <a:latin typeface="+mn-lt"/>
              </a:defRPr>
            </a:lvl4pPr>
            <a:lvl5pPr marL="914400" indent="0">
              <a:lnSpc>
                <a:spcPct val="90000"/>
              </a:lnSpc>
              <a:buNone/>
              <a:defRPr lang="en-US" sz="7000" b="0" i="0" cap="all" baseline="0" dirty="0">
                <a:latin typeface="+mn-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noAutofit/>
          </a:bodyPr>
          <a:lstStyle/>
          <a:p>
            <a:fld id="{CBCFCC67-CBC1-48BE-A467-33E284003C9C}" type="datetime1">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1678354312"/>
      </p:ext>
    </p:extLst>
  </p:cSld>
  <p:clrMapOvr>
    <a:overrideClrMapping bg1="dk1" tx1="lt1" bg2="dk2" tx2="lt2" accent1="accent1" accent2="accent2" accent3="accent3" accent4="accent4" accent5="accent5" accent6="accent6" hlink="hlink" folHlink="folHlink"/>
  </p:clrMapOvr>
</p:sldLayout>
</file>

<file path=ppt/slideLayouts/slideLayout_80000035_2AAA2BBE.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3BF01E07-9F97-42AE-9FE9-3EAD856BDB2A}" type="datetime1">
              <a:rPr lang="en-US" smtClean="0"/>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715795390"/>
      </p:ext>
    </p:extLst>
  </p:cSld>
  <p:clrMapOvr>
    <a:masterClrMapping/>
  </p:clrMapOvr>
</p:sldLayout>
</file>

<file path=ppt/slideLayouts/slideLayout_80000036_BFBB9B36.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34B2334-B27F-4DA0-8A92-599603070D6B}" type="datetime1">
              <a:rPr lang="en-US" smtClean="0"/>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3216743222"/>
      </p:ext>
    </p:extLst>
  </p:cSld>
  <p:clrMapOvr>
    <a:overrideClrMapping bg1="dk1" tx1="lt1" bg2="dk2" tx2="lt2" accent1="accent1" accent2="accent2" accent3="accent3" accent4="accent4" accent5="accent5" accent6="accent6" hlink="hlink" folHlink="folHlink"/>
  </p:clrMapOvr>
</p:sldLayout>
</file>

<file path=ppt/slideLayouts/slideLayout_80000037_9369B70D.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9B8D85F-DE7D-4C09-9BDD-03377313F809}" type="datetime1">
              <a:rPr lang="en-US" smtClean="0"/>
              <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a:t>Quote Author</a:t>
            </a:r>
          </a:p>
        </p:txBody>
      </p:sp>
    </p:spTree>
    <p:extLst>
      <p:ext uri="{BB962C8B-B14F-4D97-AF65-F5344CB8AC3E}">
        <p14:creationId xmlns:p14="http://schemas.microsoft.com/office/powerpoint/2010/main" val="2473178893"/>
      </p:ext>
    </p:extLst>
  </p:cSld>
  <p:clrMapOvr>
    <a:masterClrMapping/>
  </p:clrMapOvr>
</p:sldLayout>
</file>

<file path=ppt/slideLayouts/slideLayout_80000038_AD4C746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965960"/>
            <a:ext cx="5074920"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70969" y="1965960"/>
            <a:ext cx="5075237" cy="419576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68CAF44C-1683-44E3-97C5-DF51C69BF7AA}" type="datetime1">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2907468904"/>
      </p:ext>
    </p:extLst>
  </p:cSld>
  <p:clrMapOvr>
    <a:masterClrMapping/>
  </p:clrMapOvr>
</p:sldLayout>
</file>

<file path=ppt/slideLayouts/slideLayout_80000039_D7DAE23C.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CD150565-788C-402B-B078-3F96B9A231B8}" type="datetime1">
              <a:rPr lang="en-US" smtClean="0"/>
              <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
            </a:fld>
            <a:endParaRPr lang="en-US"/>
          </a:p>
        </p:txBody>
      </p:sp>
    </p:spTree>
    <p:extLst>
      <p:ext uri="{BB962C8B-B14F-4D97-AF65-F5344CB8AC3E}">
        <p14:creationId xmlns:p14="http://schemas.microsoft.com/office/powerpoint/2010/main" val="3621446204"/>
      </p:ext>
    </p:extLst>
  </p:cSld>
  <p:clrMapOvr>
    <a:masterClrMapping/>
  </p:clrMapOvr>
</p:sldLayout>
</file>

<file path=ppt/slideMasters/_rels/slideMaster_80000000_2D2C8445.xml.rels><?xml version="1.0" encoding="UTF-8" standalone="yes"?>
<Relationships xmlns="http://schemas.openxmlformats.org/package/2006/relationships"><Relationship Id="rId13" Type="http://schemas.openxmlformats.org/officeDocument/2006/relationships/slideLayout" Target="../slideLayouts/slideLayout_80000019_F1A58951.xml"/><Relationship Id="rId18" Type="http://schemas.openxmlformats.org/officeDocument/2006/relationships/slideLayout" Target="../slideLayouts/slideLayout_8000001E_1D47ABAD.xml"/><Relationship Id="rId26" Type="http://schemas.openxmlformats.org/officeDocument/2006/relationships/slideLayout" Target="../slideLayouts/slideLayout_80000026_486BFDC1.xml"/><Relationship Id="rId39" Type="http://schemas.openxmlformats.org/officeDocument/2006/relationships/slideLayout" Target="../slideLayouts/slideLayout_80000033_86C91987.xml"/><Relationship Id="rId21" Type="http://schemas.openxmlformats.org/officeDocument/2006/relationships/slideLayout" Target="../slideLayouts/slideLayout_80000021_F983F9EC.xml"/><Relationship Id="rId34" Type="http://schemas.openxmlformats.org/officeDocument/2006/relationships/slideLayout" Target="../slideLayouts/slideLayout_8000002E_59D4484F.xml"/><Relationship Id="rId42" Type="http://schemas.openxmlformats.org/officeDocument/2006/relationships/slideLayout" Target="../slideLayouts/slideLayout_80000036_BFBB9B36.xml"/><Relationship Id="rId47" Type="http://schemas.openxmlformats.org/officeDocument/2006/relationships/slideLayout" Target="../slideLayouts/slideLayout_8000003B_AE1F91C5.xml"/><Relationship Id="rId50" Type="http://schemas.openxmlformats.org/officeDocument/2006/relationships/slideLayout" Target="../slideLayouts/slideLayout_8000003E_4582783A.xml"/><Relationship Id="rId7" Type="http://schemas.openxmlformats.org/officeDocument/2006/relationships/slideLayout" Target="../slideLayouts/slideLayout_80000007_C788CF97.xml"/><Relationship Id="rId2" Type="http://schemas.openxmlformats.org/officeDocument/2006/relationships/slideLayout" Target="../slideLayouts/slideLayout_80000002_7516BA0A.xml"/><Relationship Id="rId16" Type="http://schemas.openxmlformats.org/officeDocument/2006/relationships/slideLayout" Target="../slideLayouts/slideLayout_8000001C_5C3D61B2.xml"/><Relationship Id="rId29" Type="http://schemas.openxmlformats.org/officeDocument/2006/relationships/slideLayout" Target="../slideLayouts/slideLayout_80000029_529D9E8E.xml"/><Relationship Id="rId11" Type="http://schemas.openxmlformats.org/officeDocument/2006/relationships/slideLayout" Target="../slideLayouts/slideLayout_8000000B_28F9FFDF.xml"/><Relationship Id="rId24" Type="http://schemas.openxmlformats.org/officeDocument/2006/relationships/slideLayout" Target="../slideLayouts/slideLayout_80000024_2CF0C740.xml"/><Relationship Id="rId32" Type="http://schemas.openxmlformats.org/officeDocument/2006/relationships/slideLayout" Target="../slideLayouts/slideLayout_8000002C_D1CDD391.xml"/><Relationship Id="rId37" Type="http://schemas.openxmlformats.org/officeDocument/2006/relationships/slideLayout" Target="../slideLayouts/slideLayout_80000031_98785BE4.xml"/><Relationship Id="rId40" Type="http://schemas.openxmlformats.org/officeDocument/2006/relationships/slideLayout" Target="../slideLayouts/slideLayout_80000034_6409A788.xml"/><Relationship Id="rId45" Type="http://schemas.openxmlformats.org/officeDocument/2006/relationships/slideLayout" Target="../slideLayouts/slideLayout_80000039_D7DAE23C.xml"/><Relationship Id="rId5" Type="http://schemas.openxmlformats.org/officeDocument/2006/relationships/slideLayout" Target="../slideLayouts/slideLayout_80000005_7D53ED18.xml"/><Relationship Id="rId15" Type="http://schemas.openxmlformats.org/officeDocument/2006/relationships/slideLayout" Target="../slideLayouts/slideLayout_8000001B_8DB74498.xml"/><Relationship Id="rId23" Type="http://schemas.openxmlformats.org/officeDocument/2006/relationships/slideLayout" Target="../slideLayouts/slideLayout_80000023_4389BBD2.xml"/><Relationship Id="rId28" Type="http://schemas.openxmlformats.org/officeDocument/2006/relationships/slideLayout" Target="../slideLayouts/slideLayout_80000028_572E2E7D.xml"/><Relationship Id="rId36" Type="http://schemas.openxmlformats.org/officeDocument/2006/relationships/slideLayout" Target="../slideLayouts/slideLayout_80000030_291ACE0D.xml"/><Relationship Id="rId49" Type="http://schemas.openxmlformats.org/officeDocument/2006/relationships/slideLayout" Target="../slideLayouts/slideLayout_8000003D_F8113A79.xml"/><Relationship Id="rId10" Type="http://schemas.openxmlformats.org/officeDocument/2006/relationships/slideLayout" Target="../slideLayouts/slideLayout_8000000A_97C94C5F.xml"/><Relationship Id="rId19" Type="http://schemas.openxmlformats.org/officeDocument/2006/relationships/slideLayout" Target="../slideLayouts/slideLayout_8000001F_A596171D.xml"/><Relationship Id="rId31" Type="http://schemas.openxmlformats.org/officeDocument/2006/relationships/slideLayout" Target="../slideLayouts/slideLayout_8000002B_4B7EEFDD.xml"/><Relationship Id="rId44" Type="http://schemas.openxmlformats.org/officeDocument/2006/relationships/slideLayout" Target="../slideLayouts/slideLayout_80000038_AD4C7468.xml"/><Relationship Id="rId52" Type="http://schemas.openxmlformats.org/officeDocument/2006/relationships/theme" Target="../theme/theme_80000000_2D2C8445.xml"/><Relationship Id="rId4" Type="http://schemas.openxmlformats.org/officeDocument/2006/relationships/slideLayout" Target="../slideLayouts/slideLayout_80000004_42B32F4E.xml"/><Relationship Id="rId9" Type="http://schemas.openxmlformats.org/officeDocument/2006/relationships/slideLayout" Target="../slideLayouts/slideLayout_80000009_5DE709CE.xml"/><Relationship Id="rId14" Type="http://schemas.openxmlformats.org/officeDocument/2006/relationships/slideLayout" Target="../slideLayouts/slideLayout_8000001A_871BFDC.xml"/><Relationship Id="rId22" Type="http://schemas.openxmlformats.org/officeDocument/2006/relationships/slideLayout" Target="../slideLayouts/slideLayout_80000022_B92581E2.xml"/><Relationship Id="rId27" Type="http://schemas.openxmlformats.org/officeDocument/2006/relationships/slideLayout" Target="../slideLayouts/slideLayout_80000027_B6D15635.xml"/><Relationship Id="rId30" Type="http://schemas.openxmlformats.org/officeDocument/2006/relationships/slideLayout" Target="../slideLayouts/slideLayout_8000002A_785C192E.xml"/><Relationship Id="rId35" Type="http://schemas.openxmlformats.org/officeDocument/2006/relationships/slideLayout" Target="../slideLayouts/slideLayout_8000002F_DF1DF859.xml"/><Relationship Id="rId43" Type="http://schemas.openxmlformats.org/officeDocument/2006/relationships/slideLayout" Target="../slideLayouts/slideLayout_80000037_9369B70D.xml"/><Relationship Id="rId48" Type="http://schemas.openxmlformats.org/officeDocument/2006/relationships/slideLayout" Target="../slideLayouts/slideLayout_8000003C_A5025A59.xml"/><Relationship Id="rId8" Type="http://schemas.openxmlformats.org/officeDocument/2006/relationships/slideLayout" Target="../slideLayouts/slideLayout_80000008_7E191B8C.xml"/><Relationship Id="rId51" Type="http://schemas.openxmlformats.org/officeDocument/2006/relationships/slideLayout" Target="../slideLayouts/slideLayout_8000003F_BCC270E3.xml"/><Relationship Id="rId3" Type="http://schemas.openxmlformats.org/officeDocument/2006/relationships/slideLayout" Target="../slideLayouts/slideLayout_80000003_E3714A2F.xml"/><Relationship Id="rId12" Type="http://schemas.openxmlformats.org/officeDocument/2006/relationships/slideLayout" Target="../slideLayouts/slideLayout_80000018_1F6085D4.xml"/><Relationship Id="rId17" Type="http://schemas.openxmlformats.org/officeDocument/2006/relationships/slideLayout" Target="../slideLayouts/slideLayout_8000001D_FF390DCD.xml"/><Relationship Id="rId25" Type="http://schemas.openxmlformats.org/officeDocument/2006/relationships/slideLayout" Target="../slideLayouts/slideLayout_80000025_CEEBBA44.xml"/><Relationship Id="rId33" Type="http://schemas.openxmlformats.org/officeDocument/2006/relationships/slideLayout" Target="../slideLayouts/slideLayout_8000002D_E9A179FD.xml"/><Relationship Id="rId38" Type="http://schemas.openxmlformats.org/officeDocument/2006/relationships/slideLayout" Target="../slideLayouts/slideLayout_80000032_EE67F743.xml"/><Relationship Id="rId46" Type="http://schemas.openxmlformats.org/officeDocument/2006/relationships/slideLayout" Target="../slideLayouts/slideLayout_8000003A_C998CAC1.xml"/><Relationship Id="rId20" Type="http://schemas.openxmlformats.org/officeDocument/2006/relationships/slideLayout" Target="../slideLayouts/slideLayout_80000020_45AD551D.xml"/><Relationship Id="rId41" Type="http://schemas.openxmlformats.org/officeDocument/2006/relationships/slideLayout" Target="../slideLayouts/slideLayout_80000035_2AAA2BBE.xml"/><Relationship Id="rId1" Type="http://schemas.openxmlformats.org/officeDocument/2006/relationships/slideLayout" Target="../slideLayouts/slideLayout_80000001_8A7A8D60.xml"/><Relationship Id="rId6" Type="http://schemas.openxmlformats.org/officeDocument/2006/relationships/slideLayout" Target="../slideLayouts/slideLayout_80000006_DE2E2B73.xml"/></Relationships>
</file>

<file path=ppt/slideMasters/slideMaster_80000000_2D2C8445.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799"/>
            <a:ext cx="10963655" cy="9144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00200"/>
            <a:ext cx="10963656"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normAutofit/>
          </a:bodyPr>
          <a:lstStyle>
            <a:lvl1pPr algn="l" rtl="0">
              <a:defRPr sz="800" b="0" i="0" cap="all" baseline="0">
                <a:solidFill>
                  <a:schemeClr val="tx1"/>
                </a:solidFill>
                <a:latin typeface="+mn-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29814657-813A-4D7B-A2F8-E573BA1645D3}" type="datetime1">
              <a:rPr lang="en-US" smtClean="0"/>
              <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rmAutofit/>
          </a:bodyPr>
          <a:lstStyle>
            <a:lvl1pPr algn="r" rtl="0">
              <a:defRPr sz="800" b="0" i="0" cap="all" baseline="0">
                <a:solidFill>
                  <a:schemeClr val="tx1"/>
                </a:solidFill>
                <a:latin typeface="+mn-lt"/>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757892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hf sldNum="0" hdr="0" ftr="0" dt="0"/>
  <p:txStyles>
    <p:titleStyle>
      <a:lvl1pPr algn="l" defTabSz="914400" rtl="0" eaLnBrk="1" latinLnBrk="0" hangingPunct="1">
        <a:lnSpc>
          <a:spcPct val="80000"/>
        </a:lnSpc>
        <a:spcBef>
          <a:spcPct val="0"/>
        </a:spcBef>
        <a:buNone/>
        <a:defRPr sz="5400" b="0" i="0" kern="1200" cap="all" spc="0" baseline="0">
          <a:solidFill>
            <a:schemeClr val="tx2"/>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b="0" i="0" kern="1200">
          <a:solidFill>
            <a:schemeClr val="tx2"/>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1600" b="0" i="0" kern="1200">
          <a:solidFill>
            <a:schemeClr val="tx2"/>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p15:clr>
            <a:srgbClr val="F26B43"/>
          </p15:clr>
        </p15:guide>
        <p15:guide id="28" pos="3840">
          <p15:clr>
            <a:srgbClr val="F26B43"/>
          </p15:clr>
        </p15:guide>
        <p15:guide id="29" pos="7296">
          <p15:clr>
            <a:srgbClr val="F26B43"/>
          </p15:clr>
        </p15:guide>
        <p15:guide id="30" pos="384">
          <p15:clr>
            <a:srgbClr val="F26B43"/>
          </p15:clr>
        </p15:guide>
      </p15:sldGuideLst>
    </p:ext>
  </p:extLst>
</p:sldMaster>
</file>

<file path=ppt/slides/_rels/slide_A0A_D2ED6AB9.xml.rels><?xml version="1.0" encoding="UTF-8" standalone="yes"?>
<Relationships xmlns="http://schemas.openxmlformats.org/package/2006/relationships"><Relationship Id="rId3" Type="http://schemas.openxmlformats.org/officeDocument/2006/relationships/image" Target="../media/image_C6E62FA7.jpeg"/><Relationship Id="rId2" Type="http://schemas.openxmlformats.org/officeDocument/2006/relationships/notesSlide" Target="../notesSlides/notesSlide_A0A_D2ED6AB9.xml"/><Relationship Id="rId1" Type="http://schemas.openxmlformats.org/officeDocument/2006/relationships/slideLayout" Target="../slideLayouts/slideLayout_8000002E_59D4484F.xml"/></Relationships>
</file>

<file path=ppt/slides/_rels/slide_A0B_6773452B.xml.rels><?xml version="1.0" encoding="UTF-8" standalone="yes"?>
<Relationships xmlns="http://schemas.openxmlformats.org/package/2006/relationships"><Relationship Id="rId3" Type="http://schemas.openxmlformats.org/officeDocument/2006/relationships/image" Target="../media/image_A09563AF.jpeg"/><Relationship Id="rId2" Type="http://schemas.openxmlformats.org/officeDocument/2006/relationships/notesSlide" Target="../notesSlides/notesSlide_A0B_6773452B.xml"/><Relationship Id="rId1" Type="http://schemas.openxmlformats.org/officeDocument/2006/relationships/slideLayout" Target="../slideLayouts/slideLayout_80000022_B92581E2.xml"/></Relationships>
</file>

<file path=ppt/slides/_rels/slide_A0C_63CB6FAC.xml.rels><?xml version="1.0" encoding="UTF-8" standalone="yes"?>
<Relationships xmlns="http://schemas.openxmlformats.org/package/2006/relationships"><Relationship Id="rId2" Type="http://schemas.openxmlformats.org/officeDocument/2006/relationships/notesSlide" Target="../notesSlides/notesSlide_A0C_63CB6FAC.xml"/><Relationship Id="rId1" Type="http://schemas.openxmlformats.org/officeDocument/2006/relationships/slideLayout" Target="../slideLayouts/slideLayout_8000000A_97C94C5F.xml"/></Relationships>
</file>

<file path=ppt/slides/_rels/slide_A0D_2891C058.xml.rels><?xml version="1.0" encoding="UTF-8" standalone="yes"?>
<Relationships xmlns="http://schemas.openxmlformats.org/package/2006/relationships"><Relationship Id="rId3" Type="http://schemas.openxmlformats.org/officeDocument/2006/relationships/image" Target="../media/image_915138F1.jpeg"/><Relationship Id="rId2" Type="http://schemas.openxmlformats.org/officeDocument/2006/relationships/notesSlide" Target="../notesSlides/notesSlide_A0D_2891C058.xml"/><Relationship Id="rId1" Type="http://schemas.openxmlformats.org/officeDocument/2006/relationships/slideLayout" Target="../slideLayouts/slideLayout_80000022_B92581E2.xml"/></Relationships>
</file>

<file path=ppt/slides/_rels/slide_A0E_2C7994CE.xml.rels><?xml version="1.0" encoding="UTF-8" standalone="yes"?>
<Relationships xmlns="http://schemas.openxmlformats.org/package/2006/relationships"><Relationship Id="rId3" Type="http://schemas.openxmlformats.org/officeDocument/2006/relationships/image" Target="../media/image_30A61D1E.jpeg"/><Relationship Id="rId2" Type="http://schemas.openxmlformats.org/officeDocument/2006/relationships/notesSlide" Target="../notesSlides/notesSlide_A0E_2C7994CE.xml"/><Relationship Id="rId1" Type="http://schemas.openxmlformats.org/officeDocument/2006/relationships/slideLayout" Target="../slideLayouts/slideLayout_8000002E_59D4484F.xml"/></Relationships>
</file>

<file path=ppt/slides/_rels/slide_A0F_18706839.xml.rels><?xml version="1.0" encoding="UTF-8" standalone="yes"?>
<Relationships xmlns="http://schemas.openxmlformats.org/package/2006/relationships"><Relationship Id="rId2" Type="http://schemas.openxmlformats.org/officeDocument/2006/relationships/notesSlide" Target="../notesSlides/notesSlide_A0F_18706839.xml"/><Relationship Id="rId1" Type="http://schemas.openxmlformats.org/officeDocument/2006/relationships/slideLayout" Target="../slideLayouts/slideLayout_8000000A_97C94C5F.xml"/></Relationships>
</file>

<file path=ppt/slides/_rels/slide_A01_800CF082.xml.rels><?xml version="1.0" encoding="UTF-8" standalone="yes"?>
<Relationships xmlns="http://schemas.openxmlformats.org/package/2006/relationships"><Relationship Id="rId3" Type="http://schemas.openxmlformats.org/officeDocument/2006/relationships/image" Target="../media/image_DBB6AE9B.jpeg"/><Relationship Id="rId2" Type="http://schemas.openxmlformats.org/officeDocument/2006/relationships/notesSlide" Target="../notesSlides/notesSlide_A01_800CF082.xml"/><Relationship Id="rId1" Type="http://schemas.openxmlformats.org/officeDocument/2006/relationships/slideLayout" Target="../slideLayouts/slideLayout_80000005_7D53ED18.xml"/></Relationships>
</file>

<file path=ppt/slides/_rels/slide_A02_A415E9F5.xml.rels><?xml version="1.0" encoding="UTF-8" standalone="yes"?>
<Relationships xmlns="http://schemas.openxmlformats.org/package/2006/relationships"><Relationship Id="rId2" Type="http://schemas.openxmlformats.org/officeDocument/2006/relationships/notesSlide" Target="../notesSlides/notesSlide_A02_A415E9F5.xml"/><Relationship Id="rId1" Type="http://schemas.openxmlformats.org/officeDocument/2006/relationships/slideLayout" Target="../slideLayouts/slideLayout_8000000A_97C94C5F.xml"/></Relationships>
</file>

<file path=ppt/slides/_rels/slide_A03_3AB6C03D.xml.rels><?xml version="1.0" encoding="UTF-8" standalone="yes"?>
<Relationships xmlns="http://schemas.openxmlformats.org/package/2006/relationships"><Relationship Id="rId3" Type="http://schemas.openxmlformats.org/officeDocument/2006/relationships/image" Target="../media/image_652460A6.jpeg"/><Relationship Id="rId2" Type="http://schemas.openxmlformats.org/officeDocument/2006/relationships/notesSlide" Target="../notesSlides/notesSlide_A03_3AB6C03D.xml"/><Relationship Id="rId1" Type="http://schemas.openxmlformats.org/officeDocument/2006/relationships/slideLayout" Target="../slideLayouts/slideLayout_80000021_F983F9EC.xml"/></Relationships>
</file>

<file path=ppt/slides/_rels/slide_A04_F512D6D6.xml.rels><?xml version="1.0" encoding="UTF-8" standalone="yes"?>
<Relationships xmlns="http://schemas.openxmlformats.org/package/2006/relationships"><Relationship Id="rId3" Type="http://schemas.openxmlformats.org/officeDocument/2006/relationships/image" Target="../media/image_E89A05DF.jpeg"/><Relationship Id="rId2" Type="http://schemas.openxmlformats.org/officeDocument/2006/relationships/notesSlide" Target="../notesSlides/notesSlide_A04_F512D6D6.xml"/><Relationship Id="rId1" Type="http://schemas.openxmlformats.org/officeDocument/2006/relationships/slideLayout" Target="../slideLayouts/slideLayout_80000021_F983F9EC.xml"/></Relationships>
</file>

<file path=ppt/slides/_rels/slide_A05_DEDDE486.xml.rels><?xml version="1.0" encoding="UTF-8" standalone="yes"?>
<Relationships xmlns="http://schemas.openxmlformats.org/package/2006/relationships"><Relationship Id="rId2" Type="http://schemas.openxmlformats.org/officeDocument/2006/relationships/notesSlide" Target="../notesSlides/notesSlide_A05_DEDDE486.xml"/><Relationship Id="rId1" Type="http://schemas.openxmlformats.org/officeDocument/2006/relationships/slideLayout" Target="../slideLayouts/slideLayout_8000000A_97C94C5F.xml"/></Relationships>
</file>

<file path=ppt/slides/_rels/slide_A06_F2B9E088.xml.rels><?xml version="1.0" encoding="UTF-8" standalone="yes"?>
<Relationships xmlns="http://schemas.openxmlformats.org/package/2006/relationships"><Relationship Id="rId3" Type="http://schemas.openxmlformats.org/officeDocument/2006/relationships/image" Target="../media/image_5F8354BF.jpeg"/><Relationship Id="rId2" Type="http://schemas.openxmlformats.org/officeDocument/2006/relationships/notesSlide" Target="../notesSlides/notesSlide_A06_F2B9E088.xml"/><Relationship Id="rId1" Type="http://schemas.openxmlformats.org/officeDocument/2006/relationships/slideLayout" Target="../slideLayouts/slideLayout_8000002E_59D4484F.xml"/></Relationships>
</file>

<file path=ppt/slides/_rels/slide_A07_495430CA.xml.rels><?xml version="1.0" encoding="UTF-8" standalone="yes"?>
<Relationships xmlns="http://schemas.openxmlformats.org/package/2006/relationships"><Relationship Id="rId3" Type="http://schemas.openxmlformats.org/officeDocument/2006/relationships/image" Target="../media/image_7CD1055.jpeg"/><Relationship Id="rId2" Type="http://schemas.openxmlformats.org/officeDocument/2006/relationships/notesSlide" Target="../notesSlides/notesSlide_A07_495430CA.xml"/><Relationship Id="rId1" Type="http://schemas.openxmlformats.org/officeDocument/2006/relationships/slideLayout" Target="../slideLayouts/slideLayout_80000038_AD4C7468.xml"/></Relationships>
</file>

<file path=ppt/slides/_rels/slide_A08_AC34582F.xml.rels><?xml version="1.0" encoding="UTF-8" standalone="yes"?>
<Relationships xmlns="http://schemas.openxmlformats.org/package/2006/relationships"><Relationship Id="rId2" Type="http://schemas.openxmlformats.org/officeDocument/2006/relationships/notesSlide" Target="../notesSlides/notesSlide_A08_AC34582F.xml"/><Relationship Id="rId1" Type="http://schemas.openxmlformats.org/officeDocument/2006/relationships/slideLayout" Target="../slideLayouts/slideLayout_80000001_8A7A8D60.xml"/></Relationships>
</file>

<file path=ppt/slides/_rels/slide_A09_238D398D.xml.rels><?xml version="1.0" encoding="UTF-8" standalone="yes"?>
<Relationships xmlns="http://schemas.openxmlformats.org/package/2006/relationships"><Relationship Id="rId3" Type="http://schemas.openxmlformats.org/officeDocument/2006/relationships/image" Target="../media/image_8EC16A5A.jpeg"/><Relationship Id="rId2" Type="http://schemas.openxmlformats.org/officeDocument/2006/relationships/notesSlide" Target="../notesSlides/notesSlide_A09_238D398D.xml"/><Relationship Id="rId1" Type="http://schemas.openxmlformats.org/officeDocument/2006/relationships/slideLayout" Target="../slideLayouts/slideLayout_8000002E_59D4484F.xml"/></Relationships>
</file>

<file path=ppt/slides/_rels/slide_A10_589576D8.xml.rels><?xml version="1.0" encoding="UTF-8" standalone="yes"?>
<Relationships xmlns="http://schemas.openxmlformats.org/package/2006/relationships"><Relationship Id="rId3" Type="http://schemas.openxmlformats.org/officeDocument/2006/relationships/image" Target="../media/image_CAE638FF.jpeg"/><Relationship Id="rId2" Type="http://schemas.openxmlformats.org/officeDocument/2006/relationships/notesSlide" Target="../notesSlides/notesSlide_A10_589576D8.xml"/><Relationship Id="rId1" Type="http://schemas.openxmlformats.org/officeDocument/2006/relationships/slideLayout" Target="../slideLayouts/slideLayout_80000021_F983F9EC.xml"/></Relationships>
</file>

<file path=ppt/slides/_rels/slide_A11_871F1F8F.xml.rels><?xml version="1.0" encoding="UTF-8" standalone="yes"?>
<Relationships xmlns="http://schemas.openxmlformats.org/package/2006/relationships"><Relationship Id="rId3" Type="http://schemas.openxmlformats.org/officeDocument/2006/relationships/image" Target="../media/image_B7287E5D.jpeg"/><Relationship Id="rId2" Type="http://schemas.openxmlformats.org/officeDocument/2006/relationships/notesSlide" Target="../notesSlides/notesSlide_A11_871F1F8F.xml"/><Relationship Id="rId1" Type="http://schemas.openxmlformats.org/officeDocument/2006/relationships/slideLayout" Target="../slideLayouts/slideLayout_8000002E_59D4484F.xml"/></Relationships>
</file>

<file path=ppt/slides/slide_A0A_D2ED6AB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4C1C9-F66B-6A70-174E-E216FCC09423}"/>
              </a:ext>
            </a:extLst>
          </p:cNvPr>
          <p:cNvSpPr>
            <a:spLocks noGrp="1"/>
          </p:cNvSpPr>
          <p:nvPr>
            <p:ph type="title"/>
          </p:nvPr>
        </p:nvSpPr>
        <p:spPr>
          <a:xfrm>
            <a:off x="609599" y="685800"/>
            <a:ext cx="4564763" cy="1426798"/>
          </a:xfrm>
        </p:spPr>
        <p:txBody>
          <a:bodyPr anchor="b">
            <a:normAutofit/>
          </a:bodyPr>
          <a:lstStyle/>
          <a:p>
            <a:r>
              <a:rPr lang="en-US" sz="3000"/>
              <a:t>Phase 2 – Expansion to L461 and Similar Programs</a:t>
            </a:r>
          </a:p>
        </p:txBody>
      </p:sp>
      <p:pic>
        <p:nvPicPr>
          <p:cNvPr id="5" name="Content Placeholder 4" descr="Truck, Large, Vehicle Trailer, Service, Repairing">
            <a:extLst>
              <a:ext uri="{FF2B5EF4-FFF2-40B4-BE49-F238E27FC236}">
                <a16:creationId xmlns:a16="http://schemas.microsoft.com/office/drawing/2014/main" id="{B66B3AE1-3F48-4CE4-A84A-645A80179AF2}"/>
              </a:ext>
            </a:extLst>
          </p:cNvPr>
          <p:cNvPicPr>
            <a:picLocks noGrp="1" noChangeAspect="1"/>
          </p:cNvPicPr>
          <p:nvPr>
            <p:ph type="pic" sz="quarter" idx="15"/>
          </p:nvPr>
        </p:nvPicPr>
        <p:blipFill>
          <a:blip r:embed="rId3"/>
          <a:srcRect l="34786" r="18458" b="1"/>
          <a:stretch>
            <a:fillRect/>
          </a:stretch>
        </p:blipFill>
        <p:spPr>
          <a:xfrm>
            <a:off x="609599" y="2514600"/>
            <a:ext cx="4564763" cy="3636598"/>
          </a:xfrm>
        </p:spPr>
      </p:pic>
      <p:sp>
        <p:nvSpPr>
          <p:cNvPr id="4" name="Content Placeholder 3">
            <a:extLst>
              <a:ext uri="{FF2B5EF4-FFF2-40B4-BE49-F238E27FC236}">
                <a16:creationId xmlns:a16="http://schemas.microsoft.com/office/drawing/2014/main" id="{3D34F4B3-9BBC-448E-3E4E-998FD0C4EA2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0060" y="685800"/>
            <a:ext cx="5792341" cy="5465398"/>
          </a:xfrm>
        </p:spPr>
        <p:txBody>
          <a:bodyPr>
            <a:normAutofit/>
          </a:bodyPr>
          <a:lstStyle/>
          <a:p>
            <a:pPr marL="0" indent="0">
              <a:spcBef>
                <a:spcPts val="2500"/>
              </a:spcBef>
              <a:buFont typeface="Arial" panose="020B0604020202020204" pitchFamily="34" charset="0"/>
              <a:buNone/>
            </a:pPr>
            <a:r>
              <a:rPr lang="en-US" b="1"/>
              <a:t>Scaling and Standardization</a:t>
            </a:r>
          </a:p>
          <a:p>
            <a:pPr marL="0" lvl="1" indent="0">
              <a:buFont typeface="Arial" panose="020B0604020202020204" pitchFamily="34" charset="0"/>
              <a:buNone/>
            </a:pPr>
            <a:r>
              <a:rPr lang="en-US"/>
              <a:t>Phase 2 expands capabilities from L460 to L461 and similar programs focusing on reuse and standardization.</a:t>
            </a:r>
          </a:p>
          <a:p>
            <a:pPr marL="0" indent="0">
              <a:spcBef>
                <a:spcPts val="2500"/>
              </a:spcBef>
              <a:buFont typeface="Arial" panose="020B0604020202020204" pitchFamily="34" charset="0"/>
              <a:buNone/>
            </a:pPr>
            <a:r>
              <a:rPr lang="en-US" b="1"/>
              <a:t>Data Platform Integration</a:t>
            </a:r>
          </a:p>
          <a:p>
            <a:pPr marL="0" lvl="1" indent="0">
              <a:buFont typeface="Arial" panose="020B0604020202020204" pitchFamily="34" charset="0"/>
              <a:buNone/>
            </a:pPr>
            <a:r>
              <a:rPr lang="en-US"/>
              <a:t>Integration with Snowflake and EDP4E enhances consolidated reporting and cross-program insights.</a:t>
            </a:r>
          </a:p>
          <a:p>
            <a:pPr marL="0" indent="0">
              <a:spcBef>
                <a:spcPts val="2500"/>
              </a:spcBef>
              <a:buFont typeface="Arial" panose="020B0604020202020204" pitchFamily="34" charset="0"/>
              <a:buNone/>
            </a:pPr>
            <a:r>
              <a:rPr lang="en-US" b="1"/>
              <a:t>Automation of Approvals</a:t>
            </a:r>
          </a:p>
          <a:p>
            <a:pPr marL="0" lvl="1" indent="0">
              <a:buFont typeface="Arial" panose="020B0604020202020204" pitchFamily="34" charset="0"/>
              <a:buNone/>
            </a:pPr>
            <a:r>
              <a:rPr lang="en-US"/>
              <a:t>Improved automation reduces manual coordination through automated approvals and notifications.</a:t>
            </a:r>
          </a:p>
          <a:p>
            <a:pPr marL="0" indent="0">
              <a:spcBef>
                <a:spcPts val="2500"/>
              </a:spcBef>
              <a:buFont typeface="Arial" panose="020B0604020202020204" pitchFamily="34" charset="0"/>
              <a:buNone/>
            </a:pPr>
            <a:r>
              <a:rPr lang="en-US" b="1"/>
              <a:t>Broader Organizational Adoption</a:t>
            </a:r>
          </a:p>
          <a:p>
            <a:pPr marL="0" lvl="1" indent="0">
              <a:buFont typeface="Arial" panose="020B0604020202020204" pitchFamily="34" charset="0"/>
              <a:buNone/>
            </a:pPr>
            <a:r>
              <a:rPr lang="en-US"/>
              <a:t>Demonstrating minimal customization reinforces solution viability for wider adoption across programs.</a:t>
            </a:r>
          </a:p>
        </p:txBody>
      </p:sp>
    </p:spTree>
    <p:extLst>
      <p:ext uri="{BB962C8B-B14F-4D97-AF65-F5344CB8AC3E}">
        <p14:creationId xmlns:p14="http://schemas.microsoft.com/office/powerpoint/2010/main" val="35387747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B_6773452B.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9ED9C-B141-42D8-EFD2-F5FE4B937CC1}"/>
              </a:ext>
            </a:extLst>
          </p:cNvPr>
          <p:cNvSpPr>
            <a:spLocks noGrp="1"/>
          </p:cNvSpPr>
          <p:nvPr>
            <p:ph type="title"/>
          </p:nvPr>
        </p:nvSpPr>
        <p:spPr>
          <a:xfrm>
            <a:off x="7010400" y="685800"/>
            <a:ext cx="4561665" cy="1371264"/>
          </a:xfrm>
        </p:spPr>
        <p:txBody>
          <a:bodyPr anchor="b">
            <a:normAutofit/>
          </a:bodyPr>
          <a:lstStyle/>
          <a:p>
            <a:r>
              <a:rPr lang="en-US" sz="3400"/>
              <a:t>Phase 3 – Legacy and Service Vehicle Support</a:t>
            </a:r>
          </a:p>
        </p:txBody>
      </p:sp>
      <p:pic>
        <p:nvPicPr>
          <p:cNvPr id="5" name="Content Placeholder 4" descr="Mini Van, Van - Vehicle, Pick-up Truck, Repairing, Service">
            <a:extLst>
              <a:ext uri="{FF2B5EF4-FFF2-40B4-BE49-F238E27FC236}">
                <a16:creationId xmlns:a16="http://schemas.microsoft.com/office/drawing/2014/main" id="{97222E78-2151-4F43-8A67-F6F35D1691BF}"/>
              </a:ext>
            </a:extLst>
          </p:cNvPr>
          <p:cNvPicPr>
            <a:picLocks noGrp="1" noChangeAspect="1"/>
          </p:cNvPicPr>
          <p:nvPr>
            <p:ph type="pic" sz="quarter" idx="15"/>
          </p:nvPr>
        </p:nvPicPr>
        <p:blipFill>
          <a:blip r:embed="rId3"/>
          <a:srcRect l="43399" r="21891"/>
          <a:stretch>
            <a:fillRect/>
          </a:stretch>
        </p:blipFill>
        <p:spPr>
          <a:xfrm>
            <a:off x="1" y="10"/>
            <a:ext cx="6390464" cy="6857990"/>
          </a:xfrm>
        </p:spPr>
      </p:pic>
      <p:sp>
        <p:nvSpPr>
          <p:cNvPr id="4" name="Content Placeholder 3">
            <a:extLst>
              <a:ext uri="{FF2B5EF4-FFF2-40B4-BE49-F238E27FC236}">
                <a16:creationId xmlns:a16="http://schemas.microsoft.com/office/drawing/2014/main" id="{27EB9895-7883-F1EA-22E9-1C01B8C9E4E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a:bodyPr>
          <a:lstStyle/>
          <a:p>
            <a:pPr marL="0" indent="0">
              <a:spcBef>
                <a:spcPts val="2500"/>
              </a:spcBef>
              <a:buFont typeface="Arial" panose="020B0604020202020204" pitchFamily="34" charset="0"/>
              <a:buNone/>
            </a:pPr>
            <a:r>
              <a:rPr lang="en-US" b="1"/>
              <a:t>Legacy Vehicle Challenges</a:t>
            </a:r>
          </a:p>
          <a:p>
            <a:pPr marL="0" lvl="1" indent="0">
              <a:buFont typeface="Arial" panose="020B0604020202020204" pitchFamily="34" charset="0"/>
              <a:buNone/>
            </a:pPr>
            <a:r>
              <a:rPr lang="en-US"/>
              <a:t>Legacy and non-U-BOM vehicles require continuous service despite production ending, posing unique support challenges.</a:t>
            </a:r>
          </a:p>
          <a:p>
            <a:pPr marL="0" indent="0">
              <a:spcBef>
                <a:spcPts val="2500"/>
              </a:spcBef>
              <a:buFont typeface="Arial" panose="020B0604020202020204" pitchFamily="34" charset="0"/>
              <a:buNone/>
            </a:pPr>
            <a:r>
              <a:rPr lang="en-US" b="1"/>
              <a:t>Service BOM and Parts Tracking</a:t>
            </a:r>
          </a:p>
          <a:p>
            <a:pPr marL="0" lvl="1" indent="0">
              <a:buFont typeface="Arial" panose="020B0604020202020204" pitchFamily="34" charset="0"/>
              <a:buNone/>
            </a:pPr>
            <a:r>
              <a:rPr lang="en-US"/>
              <a:t>Robust management of service BOMs and parts replacement tracking ensures seamless support and lifecycle data management.</a:t>
            </a:r>
          </a:p>
          <a:p>
            <a:pPr marL="0" indent="0">
              <a:spcBef>
                <a:spcPts val="2500"/>
              </a:spcBef>
              <a:buFont typeface="Arial" panose="020B0604020202020204" pitchFamily="34" charset="0"/>
              <a:buNone/>
            </a:pPr>
            <a:r>
              <a:rPr lang="en-US" b="1"/>
              <a:t>Transformation Strategy Impact</a:t>
            </a:r>
          </a:p>
          <a:p>
            <a:pPr marL="0" lvl="1" indent="0">
              <a:buFont typeface="Arial" panose="020B0604020202020204" pitchFamily="34" charset="0"/>
              <a:buNone/>
            </a:pPr>
            <a:r>
              <a:rPr lang="en-US"/>
              <a:t>Extending change management to service scenarios reduces manual workarounds and decreases reliance on legacy tools like iCreate.</a:t>
            </a:r>
          </a:p>
        </p:txBody>
      </p:sp>
    </p:spTree>
    <p:extLst>
      <p:ext uri="{BB962C8B-B14F-4D97-AF65-F5344CB8AC3E}">
        <p14:creationId xmlns:p14="http://schemas.microsoft.com/office/powerpoint/2010/main" val="17356075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C_63CB6FAC.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6BCE3-2069-841C-EBAA-8BADE2B6AF03}"/>
              </a:ext>
            </a:extLst>
          </p:cNvPr>
          <p:cNvSpPr>
            <a:spLocks noGrp="1"/>
          </p:cNvSpPr>
          <p:nvPr>
            <p:ph type="ctrTitle"/>
          </p:nvPr>
        </p:nvSpPr>
        <p:spPr>
          <a:xfrm>
            <a:off x="609600" y="990600"/>
            <a:ext cx="10058400" cy="5029200"/>
          </a:xfrm>
        </p:spPr>
        <p:txBody>
          <a:bodyPr anchor="b">
            <a:normAutofit/>
          </a:bodyPr>
          <a:lstStyle/>
          <a:p>
            <a:r>
              <a:rPr lang="en-US" sz="9400"/>
              <a:t>Solution Architecture and Capabilities</a:t>
            </a:r>
          </a:p>
        </p:txBody>
      </p:sp>
    </p:spTree>
    <p:extLst>
      <p:ext uri="{BB962C8B-B14F-4D97-AF65-F5344CB8AC3E}">
        <p14:creationId xmlns:p14="http://schemas.microsoft.com/office/powerpoint/2010/main" val="16742767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D_2891C0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687BB-7BB0-9ACE-CED3-62448380AF02}"/>
              </a:ext>
            </a:extLst>
          </p:cNvPr>
          <p:cNvSpPr>
            <a:spLocks noGrp="1"/>
          </p:cNvSpPr>
          <p:nvPr>
            <p:ph type="title"/>
          </p:nvPr>
        </p:nvSpPr>
        <p:spPr>
          <a:xfrm>
            <a:off x="7010400" y="685800"/>
            <a:ext cx="4561665" cy="1371264"/>
          </a:xfrm>
        </p:spPr>
        <p:txBody>
          <a:bodyPr anchor="b">
            <a:normAutofit/>
          </a:bodyPr>
          <a:lstStyle/>
          <a:p>
            <a:r>
              <a:rPr lang="en-US" sz="3400"/>
              <a:t>Smart Change Builder and Event-Based Automation</a:t>
            </a:r>
          </a:p>
        </p:txBody>
      </p:sp>
      <p:pic>
        <p:nvPicPr>
          <p:cNvPr id="5" name="Content Placeholder 4" descr="4K Resolution">
            <a:extLst>
              <a:ext uri="{FF2B5EF4-FFF2-40B4-BE49-F238E27FC236}">
                <a16:creationId xmlns:a16="http://schemas.microsoft.com/office/drawing/2014/main" id="{1F931EB4-0790-4A8F-B695-2DFBB5AC0421}"/>
              </a:ext>
            </a:extLst>
          </p:cNvPr>
          <p:cNvPicPr>
            <a:picLocks noGrp="1" noChangeAspect="1"/>
          </p:cNvPicPr>
          <p:nvPr>
            <p:ph type="pic" sz="quarter" idx="15"/>
          </p:nvPr>
        </p:nvPicPr>
        <p:blipFill>
          <a:blip r:embed="rId3"/>
          <a:srcRect l="24361" r="23224"/>
          <a:stretch>
            <a:fillRect/>
          </a:stretch>
        </p:blipFill>
        <p:spPr>
          <a:xfrm>
            <a:off x="1" y="10"/>
            <a:ext cx="6390464" cy="6857990"/>
          </a:xfrm>
        </p:spPr>
      </p:pic>
      <p:sp>
        <p:nvSpPr>
          <p:cNvPr id="4" name="Content Placeholder 3">
            <a:extLst>
              <a:ext uri="{FF2B5EF4-FFF2-40B4-BE49-F238E27FC236}">
                <a16:creationId xmlns:a16="http://schemas.microsoft.com/office/drawing/2014/main" id="{4A1421A2-DD42-4FC1-5EC9-A15282D0E4F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20736" y="2286000"/>
            <a:ext cx="4561665" cy="3886200"/>
          </a:xfrm>
        </p:spPr>
        <p:txBody>
          <a:bodyPr>
            <a:normAutofit/>
          </a:bodyPr>
          <a:lstStyle/>
          <a:p>
            <a:pPr marL="0" indent="0">
              <a:spcBef>
                <a:spcPts val="2500"/>
              </a:spcBef>
              <a:buFont typeface="Arial" panose="020B0604020202020204" pitchFamily="34" charset="0"/>
              <a:buNone/>
            </a:pPr>
            <a:r>
              <a:rPr lang="en-US" b="1"/>
              <a:t>Simplified Change Creation</a:t>
            </a:r>
          </a:p>
          <a:p>
            <a:pPr marL="0" lvl="1" indent="0">
              <a:buFont typeface="Arial" panose="020B0604020202020204" pitchFamily="34" charset="0"/>
              <a:buNone/>
            </a:pPr>
            <a:r>
              <a:rPr lang="en-US"/>
              <a:t>Smart Change Builder standardizes change creation with drag-and-drop EBOM and automated document attachment.</a:t>
            </a:r>
          </a:p>
          <a:p>
            <a:pPr marL="0" indent="0">
              <a:spcBef>
                <a:spcPts val="2500"/>
              </a:spcBef>
              <a:buFont typeface="Arial" panose="020B0604020202020204" pitchFamily="34" charset="0"/>
              <a:buNone/>
            </a:pPr>
            <a:r>
              <a:rPr lang="en-US" b="1"/>
              <a:t>Event-Based Automation</a:t>
            </a:r>
          </a:p>
          <a:p>
            <a:pPr marL="0" lvl="1" indent="0">
              <a:buFont typeface="Arial" panose="020B0604020202020204" pitchFamily="34" charset="0"/>
              <a:buNone/>
            </a:pPr>
            <a:r>
              <a:rPr lang="en-US"/>
              <a:t>Automated triggers handle downstream processes like part revisions without manual intervention, ensuring smooth workflows.</a:t>
            </a:r>
          </a:p>
          <a:p>
            <a:pPr marL="0" indent="0">
              <a:spcBef>
                <a:spcPts val="2500"/>
              </a:spcBef>
              <a:buFont typeface="Arial" panose="020B0604020202020204" pitchFamily="34" charset="0"/>
              <a:buNone/>
            </a:pPr>
            <a:r>
              <a:rPr lang="en-US" b="1"/>
              <a:t>Improved Data Quality and Efficiency</a:t>
            </a:r>
          </a:p>
          <a:p>
            <a:pPr marL="0" lvl="1" indent="0">
              <a:buFont typeface="Arial" panose="020B0604020202020204" pitchFamily="34" charset="0"/>
              <a:buNone/>
            </a:pPr>
            <a:r>
              <a:rPr lang="en-US"/>
              <a:t>Structured workflows improve data quality, accelerate cycle times, and increase adoption within integrated environments.</a:t>
            </a:r>
          </a:p>
        </p:txBody>
      </p:sp>
    </p:spTree>
    <p:extLst>
      <p:ext uri="{BB962C8B-B14F-4D97-AF65-F5344CB8AC3E}">
        <p14:creationId xmlns:p14="http://schemas.microsoft.com/office/powerpoint/2010/main" val="6806406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E_2C7994C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81027-E4AD-CF11-8512-901100D54C5E}"/>
              </a:ext>
            </a:extLst>
          </p:cNvPr>
          <p:cNvSpPr>
            <a:spLocks noGrp="1"/>
          </p:cNvSpPr>
          <p:nvPr>
            <p:ph type="title"/>
          </p:nvPr>
        </p:nvSpPr>
        <p:spPr>
          <a:xfrm>
            <a:off x="609599" y="685800"/>
            <a:ext cx="4564763" cy="1426798"/>
          </a:xfrm>
        </p:spPr>
        <p:txBody>
          <a:bodyPr anchor="b">
            <a:normAutofit/>
          </a:bodyPr>
          <a:lstStyle/>
          <a:p>
            <a:r>
              <a:rPr lang="en-US" sz="3400"/>
              <a:t>Impact Analysis, Dashboarding, and AI Readiness</a:t>
            </a:r>
          </a:p>
        </p:txBody>
      </p:sp>
      <p:pic>
        <p:nvPicPr>
          <p:cNvPr id="5" name="Content Placeholder 4" descr="Digital financial graph">
            <a:extLst>
              <a:ext uri="{FF2B5EF4-FFF2-40B4-BE49-F238E27FC236}">
                <a16:creationId xmlns:a16="http://schemas.microsoft.com/office/drawing/2014/main" id="{43AE7E9A-96C8-43A0-A904-9C2BB6773E1F}"/>
              </a:ext>
            </a:extLst>
          </p:cNvPr>
          <p:cNvPicPr>
            <a:picLocks noGrp="1" noChangeAspect="1"/>
          </p:cNvPicPr>
          <p:nvPr>
            <p:ph type="pic" sz="quarter" idx="15"/>
          </p:nvPr>
        </p:nvPicPr>
        <p:blipFill>
          <a:blip r:embed="rId3"/>
          <a:stretch/>
        </p:blipFill>
        <p:spPr>
          <a:xfrm>
            <a:off x="609599" y="3049059"/>
            <a:ext cx="4564763" cy="2567680"/>
          </a:xfrm>
        </p:spPr>
      </p:pic>
      <p:sp>
        <p:nvSpPr>
          <p:cNvPr id="4" name="Content Placeholder 3">
            <a:extLst>
              <a:ext uri="{FF2B5EF4-FFF2-40B4-BE49-F238E27FC236}">
                <a16:creationId xmlns:a16="http://schemas.microsoft.com/office/drawing/2014/main" id="{2CA7536B-EE62-80F5-7846-75CF724ADAE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0060" y="685800"/>
            <a:ext cx="5792341" cy="5465398"/>
          </a:xfrm>
        </p:spPr>
        <p:txBody>
          <a:bodyPr>
            <a:normAutofit/>
          </a:bodyPr>
          <a:lstStyle/>
          <a:p>
            <a:pPr marL="0" indent="0">
              <a:spcBef>
                <a:spcPts val="2500"/>
              </a:spcBef>
              <a:buFont typeface="Arial" panose="020B0604020202020204" pitchFamily="34" charset="0"/>
              <a:buNone/>
            </a:pPr>
            <a:r>
              <a:rPr lang="en-US" b="1"/>
              <a:t>Comprehensive Impact Analysis</a:t>
            </a:r>
          </a:p>
          <a:p>
            <a:pPr marL="0" lvl="1" indent="0">
              <a:buFont typeface="Arial" panose="020B0604020202020204" pitchFamily="34" charset="0"/>
              <a:buNone/>
            </a:pPr>
            <a:r>
              <a:rPr lang="en-US"/>
              <a:t>Impact analysis tool maps part usage across EBOMs and vehicle lines to assess change scope before execution.</a:t>
            </a:r>
          </a:p>
          <a:p>
            <a:pPr marL="0" indent="0">
              <a:spcBef>
                <a:spcPts val="2500"/>
              </a:spcBef>
              <a:buFont typeface="Arial" panose="020B0604020202020204" pitchFamily="34" charset="0"/>
              <a:buNone/>
            </a:pPr>
            <a:r>
              <a:rPr lang="en-US" b="1"/>
              <a:t>Real-time Dashboard Insights</a:t>
            </a:r>
          </a:p>
          <a:p>
            <a:pPr marL="0" lvl="1" indent="0">
              <a:buFont typeface="Arial" panose="020B0604020202020204" pitchFamily="34" charset="0"/>
              <a:buNone/>
            </a:pPr>
            <a:r>
              <a:rPr lang="en-US"/>
              <a:t>Dashboards consolidate change status, cycle times, and bottlenecks to provide stakeholders real-time visibility.</a:t>
            </a:r>
          </a:p>
          <a:p>
            <a:pPr marL="0" indent="0">
              <a:spcBef>
                <a:spcPts val="2500"/>
              </a:spcBef>
              <a:buFont typeface="Arial" panose="020B0604020202020204" pitchFamily="34" charset="0"/>
              <a:buNone/>
            </a:pPr>
            <a:r>
              <a:rPr lang="en-US" b="1"/>
              <a:t>AI-Ready Data Integration</a:t>
            </a:r>
          </a:p>
          <a:p>
            <a:pPr marL="0" lvl="1" indent="0">
              <a:buFont typeface="Arial" panose="020B0604020202020204" pitchFamily="34" charset="0"/>
              <a:buNone/>
            </a:pPr>
            <a:r>
              <a:rPr lang="en-US"/>
              <a:t>Integration with Snowflake and EDP4E ensures scalable, compliant data infrastructure ready for AI enhancements.</a:t>
            </a:r>
          </a:p>
          <a:p>
            <a:pPr marL="0" indent="0">
              <a:spcBef>
                <a:spcPts val="2500"/>
              </a:spcBef>
              <a:buFont typeface="Arial" panose="020B0604020202020204" pitchFamily="34" charset="0"/>
              <a:buNone/>
            </a:pPr>
            <a:r>
              <a:rPr lang="en-US" b="1"/>
              <a:t>Progressive AI Adoption</a:t>
            </a:r>
          </a:p>
          <a:p>
            <a:pPr marL="0" lvl="1" indent="0">
              <a:buFont typeface="Arial" panose="020B0604020202020204" pitchFamily="34" charset="0"/>
              <a:buNone/>
            </a:pPr>
            <a:r>
              <a:rPr lang="en-US"/>
              <a:t>Machine learning models predict change risk, suggest impacted areas, and recommend optimal actions based on trusted data.</a:t>
            </a:r>
          </a:p>
        </p:txBody>
      </p:sp>
    </p:spTree>
    <p:extLst>
      <p:ext uri="{BB962C8B-B14F-4D97-AF65-F5344CB8AC3E}">
        <p14:creationId xmlns:p14="http://schemas.microsoft.com/office/powerpoint/2010/main" val="7461654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F_187068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AADA1-FDCE-2A39-D329-49FA3E0966F9}"/>
              </a:ext>
            </a:extLst>
          </p:cNvPr>
          <p:cNvSpPr>
            <a:spLocks noGrp="1"/>
          </p:cNvSpPr>
          <p:nvPr>
            <p:ph type="ctrTitle"/>
          </p:nvPr>
        </p:nvSpPr>
        <p:spPr>
          <a:xfrm>
            <a:off x="609600" y="990600"/>
            <a:ext cx="10058400" cy="5029200"/>
          </a:xfrm>
        </p:spPr>
        <p:txBody>
          <a:bodyPr anchor="b">
            <a:normAutofit/>
          </a:bodyPr>
          <a:lstStyle/>
          <a:p>
            <a:r>
              <a:rPr lang="en-US"/>
              <a:t>Value, Timeline, and Conclusion</a:t>
            </a:r>
          </a:p>
        </p:txBody>
      </p:sp>
    </p:spTree>
    <p:extLst>
      <p:ext uri="{BB962C8B-B14F-4D97-AF65-F5344CB8AC3E}">
        <p14:creationId xmlns:p14="http://schemas.microsoft.com/office/powerpoint/2010/main" val="4100198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1_800CF0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459ED-7B2E-5958-D8A8-B61A75F3578E}"/>
              </a:ext>
            </a:extLst>
          </p:cNvPr>
          <p:cNvSpPr>
            <a:spLocks noGrp="1"/>
          </p:cNvSpPr>
          <p:nvPr>
            <p:ph type="ctrTitle"/>
          </p:nvPr>
        </p:nvSpPr>
        <p:spPr>
          <a:xfrm>
            <a:off x="6704076" y="685801"/>
            <a:ext cx="4872227" cy="2743200"/>
          </a:xfrm>
        </p:spPr>
        <p:txBody>
          <a:bodyPr anchor="t">
            <a:normAutofit/>
          </a:bodyPr>
          <a:lstStyle/>
          <a:p>
            <a:r>
              <a:rPr lang="en-US" sz="3300"/>
              <a:t>iCreate Transformation Roadmap: Toward Intelligent Change Management</a:t>
            </a:r>
          </a:p>
        </p:txBody>
      </p:sp>
      <p:sp>
        <p:nvSpPr>
          <p:cNvPr id="3" name="Subtitle 2">
            <a:extLst>
              <a:ext uri="{FF2B5EF4-FFF2-40B4-BE49-F238E27FC236}">
                <a16:creationId xmlns:a16="http://schemas.microsoft.com/office/drawing/2014/main" id="{45F0DA2E-C9A9-3BE5-769F-ED107B3B514C}"/>
              </a:ext>
            </a:extLst>
          </p:cNvPr>
          <p:cNvSpPr>
            <a:spLocks noGrp="1"/>
          </p:cNvSpPr>
          <p:nvPr>
            <p:ph type="subTitle" idx="1"/>
          </p:nvPr>
        </p:nvSpPr>
        <p:spPr>
          <a:xfrm>
            <a:off x="6702552" y="5277548"/>
            <a:ext cx="4873752" cy="894639"/>
          </a:xfrm>
        </p:spPr>
        <p:txBody>
          <a:bodyPr anchor="t">
            <a:normAutofit/>
          </a:bodyPr>
          <a:lstStyle/>
          <a:p>
            <a:r>
              <a:rPr lang="en-US"/>
              <a:t>Strategic steps for effective organizational transformation</a:t>
            </a:r>
          </a:p>
        </p:txBody>
      </p:sp>
      <p:pic>
        <p:nvPicPr>
          <p:cNvPr id="4" name="Picture 3" descr="Driverless self drive autopilot vehicle">
            <a:extLst>
              <a:ext uri="{FF2B5EF4-FFF2-40B4-BE49-F238E27FC236}">
                <a16:creationId xmlns:a16="http://schemas.microsoft.com/office/drawing/2014/main" id="{B2E140EB-6CC4-4420-9EFB-88EDFB788648}"/>
              </a:ext>
            </a:extLst>
          </p:cNvPr>
          <p:cNvPicPr>
            <a:picLocks noChangeAspect="1"/>
          </p:cNvPicPr>
          <p:nvPr/>
        </p:nvPicPr>
        <p:blipFill>
          <a:blip r:embed="rId3"/>
          <a:srcRect l="28319" r="21681"/>
          <a:stretch>
            <a:fillRect/>
          </a:stretch>
        </p:blipFill>
        <p:spPr>
          <a:xfrm>
            <a:off x="20" y="10"/>
            <a:ext cx="6095980" cy="6857990"/>
          </a:xfrm>
          <a:prstGeom prst="rect">
            <a:avLst/>
          </a:prstGeom>
        </p:spPr>
      </p:pic>
    </p:spTree>
    <p:extLst>
      <p:ext uri="{BB962C8B-B14F-4D97-AF65-F5344CB8AC3E}">
        <p14:creationId xmlns:p14="http://schemas.microsoft.com/office/powerpoint/2010/main" val="214833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_A02_A415E9F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66EC8-69C7-46F6-5779-271FF33D4373}"/>
              </a:ext>
            </a:extLst>
          </p:cNvPr>
          <p:cNvSpPr>
            <a:spLocks noGrp="1"/>
          </p:cNvSpPr>
          <p:nvPr>
            <p:ph type="ctrTitle"/>
          </p:nvPr>
        </p:nvSpPr>
        <p:spPr>
          <a:xfrm>
            <a:off x="609600" y="990600"/>
            <a:ext cx="10058400" cy="5029200"/>
          </a:xfrm>
        </p:spPr>
        <p:txBody>
          <a:bodyPr anchor="b">
            <a:normAutofit/>
          </a:bodyPr>
          <a:lstStyle/>
          <a:p>
            <a:r>
              <a:rPr lang="en-US" sz="8500"/>
              <a:t>Context and Need for Transformation</a:t>
            </a:r>
          </a:p>
        </p:txBody>
      </p:sp>
    </p:spTree>
    <p:extLst>
      <p:ext uri="{BB962C8B-B14F-4D97-AF65-F5344CB8AC3E}">
        <p14:creationId xmlns:p14="http://schemas.microsoft.com/office/powerpoint/2010/main" val="27528995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3_3AB6C03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5DA39-BD3F-46F9-EF0C-3AD6314FD66E}"/>
              </a:ext>
            </a:extLst>
          </p:cNvPr>
          <p:cNvSpPr>
            <a:spLocks noGrp="1"/>
          </p:cNvSpPr>
          <p:nvPr>
            <p:ph type="title"/>
          </p:nvPr>
        </p:nvSpPr>
        <p:spPr>
          <a:xfrm>
            <a:off x="612647" y="685800"/>
            <a:ext cx="6858000" cy="1111532"/>
          </a:xfrm>
        </p:spPr>
        <p:txBody>
          <a:bodyPr anchor="b">
            <a:normAutofit/>
          </a:bodyPr>
          <a:lstStyle/>
          <a:p>
            <a:r>
              <a:rPr lang="en-US" sz="3800"/>
              <a:t>iCreate Transformation Vision and Objectives</a:t>
            </a:r>
          </a:p>
        </p:txBody>
      </p:sp>
      <p:sp>
        <p:nvSpPr>
          <p:cNvPr id="4" name="Content Placeholder 3">
            <a:extLst>
              <a:ext uri="{FF2B5EF4-FFF2-40B4-BE49-F238E27FC236}">
                <a16:creationId xmlns:a16="http://schemas.microsoft.com/office/drawing/2014/main" id="{DC0FCB04-F124-B9D4-141A-48D08EC0049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Legacy System Challenges</a:t>
            </a:r>
          </a:p>
          <a:p>
            <a:pPr marL="0" lvl="1" indent="0">
              <a:buFont typeface="Arial" panose="020B0604020202020204" pitchFamily="34" charset="0"/>
              <a:buNone/>
            </a:pPr>
            <a:r>
              <a:rPr lang="en-US"/>
              <a:t>Legacy manual systems create duplicated effort and risk inconsistency outside the native 3DX workflow.</a:t>
            </a:r>
          </a:p>
          <a:p>
            <a:pPr marL="0" indent="0">
              <a:spcBef>
                <a:spcPts val="2500"/>
              </a:spcBef>
              <a:buFont typeface="Arial" panose="020B0604020202020204" pitchFamily="34" charset="0"/>
              <a:buNone/>
            </a:pPr>
            <a:r>
              <a:rPr lang="en-US" b="1"/>
              <a:t>Phased Transformation Approach</a:t>
            </a:r>
          </a:p>
          <a:p>
            <a:pPr marL="0" lvl="1" indent="0">
              <a:buFont typeface="Arial" panose="020B0604020202020204" pitchFamily="34" charset="0"/>
              <a:buNone/>
            </a:pPr>
            <a:r>
              <a:rPr lang="en-US"/>
              <a:t>The roadmap introduces a phased, low-risk evolution aligned with vehicle milestones starting with L460.</a:t>
            </a:r>
          </a:p>
          <a:p>
            <a:pPr marL="0" indent="0">
              <a:spcBef>
                <a:spcPts val="2500"/>
              </a:spcBef>
              <a:buFont typeface="Arial" panose="020B0604020202020204" pitchFamily="34" charset="0"/>
              <a:buNone/>
            </a:pPr>
            <a:r>
              <a:rPr lang="en-US" b="1"/>
              <a:t>Integrated Intelligent Ecosystem</a:t>
            </a:r>
          </a:p>
          <a:p>
            <a:pPr marL="0" lvl="1" indent="0">
              <a:buFont typeface="Arial" panose="020B0604020202020204" pitchFamily="34" charset="0"/>
              <a:buNone/>
            </a:pPr>
            <a:r>
              <a:rPr lang="en-US"/>
              <a:t>Vision for an event-driven, scalable change management system integrated tightly with 3DX.</a:t>
            </a:r>
          </a:p>
          <a:p>
            <a:pPr marL="0" indent="0">
              <a:spcBef>
                <a:spcPts val="2500"/>
              </a:spcBef>
              <a:buFont typeface="Arial" panose="020B0604020202020204" pitchFamily="34" charset="0"/>
              <a:buNone/>
            </a:pPr>
            <a:r>
              <a:rPr lang="en-US" b="1"/>
              <a:t>Automation and Data-Driven Decisions</a:t>
            </a:r>
          </a:p>
          <a:p>
            <a:pPr marL="0" lvl="1" indent="0">
              <a:buFont typeface="Arial" panose="020B0604020202020204" pitchFamily="34" charset="0"/>
              <a:buNone/>
            </a:pPr>
            <a:r>
              <a:rPr lang="en-US"/>
              <a:t>Incremental automation builds confidence while enabling real-time visibility and AI-assisted intelligence.</a:t>
            </a:r>
          </a:p>
        </p:txBody>
      </p:sp>
      <p:pic>
        <p:nvPicPr>
          <p:cNvPr id="5" name="Content Placeholder 4" descr="5G network security speed connection communication">
            <a:extLst>
              <a:ext uri="{FF2B5EF4-FFF2-40B4-BE49-F238E27FC236}">
                <a16:creationId xmlns:a16="http://schemas.microsoft.com/office/drawing/2014/main" id="{4BDDDB02-18C4-4A21-8FB7-2EFF3F549A1F}"/>
              </a:ext>
            </a:extLst>
          </p:cNvPr>
          <p:cNvPicPr>
            <a:picLocks noGrp="1" noChangeAspect="1"/>
          </p:cNvPicPr>
          <p:nvPr>
            <p:ph type="pic" sz="quarter" idx="13"/>
          </p:nvPr>
        </p:nvPicPr>
        <p:blipFill>
          <a:blip r:embed="rId3"/>
          <a:srcRect l="23942" r="36149" b="-1"/>
          <a:stretch>
            <a:fillRect/>
          </a:stretch>
        </p:blipFill>
        <p:spPr>
          <a:xfrm>
            <a:off x="8091732" y="10"/>
            <a:ext cx="4100267" cy="6857990"/>
          </a:xfrm>
        </p:spPr>
      </p:pic>
    </p:spTree>
    <p:extLst>
      <p:ext uri="{BB962C8B-B14F-4D97-AF65-F5344CB8AC3E}">
        <p14:creationId xmlns:p14="http://schemas.microsoft.com/office/powerpoint/2010/main" val="9850552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4_F512D6D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DDC70-2C52-A9F2-F46C-7F6516DAF1E4}"/>
              </a:ext>
            </a:extLst>
          </p:cNvPr>
          <p:cNvSpPr>
            <a:spLocks noGrp="1"/>
          </p:cNvSpPr>
          <p:nvPr>
            <p:ph type="title"/>
          </p:nvPr>
        </p:nvSpPr>
        <p:spPr>
          <a:xfrm>
            <a:off x="612647" y="685800"/>
            <a:ext cx="6858000" cy="1111532"/>
          </a:xfrm>
        </p:spPr>
        <p:txBody>
          <a:bodyPr anchor="b">
            <a:normAutofit/>
          </a:bodyPr>
          <a:lstStyle/>
          <a:p>
            <a:r>
              <a:rPr lang="en-US" sz="3800"/>
              <a:t>Current Landscape and Operational Challenges</a:t>
            </a:r>
          </a:p>
        </p:txBody>
      </p:sp>
      <p:sp>
        <p:nvSpPr>
          <p:cNvPr id="4" name="Content Placeholder 3">
            <a:extLst>
              <a:ext uri="{FF2B5EF4-FFF2-40B4-BE49-F238E27FC236}">
                <a16:creationId xmlns:a16="http://schemas.microsoft.com/office/drawing/2014/main" id="{5FBAE8DF-356B-676A-F6C2-6B47E0735CB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Fragmented Workflows and Duplication</a:t>
            </a:r>
          </a:p>
          <a:p>
            <a:pPr marL="0" lvl="1" indent="0">
              <a:buFont typeface="Arial" panose="020B0604020202020204" pitchFamily="34" charset="0"/>
              <a:buNone/>
            </a:pPr>
            <a:r>
              <a:rPr lang="en-US"/>
              <a:t>Engineers duplicate data between 3DX and iCreate, causing longer cycle times and increased data mismatch risks.</a:t>
            </a:r>
          </a:p>
          <a:p>
            <a:pPr marL="0" indent="0">
              <a:spcBef>
                <a:spcPts val="2500"/>
              </a:spcBef>
              <a:buFont typeface="Arial" panose="020B0604020202020204" pitchFamily="34" charset="0"/>
              <a:buNone/>
            </a:pPr>
            <a:r>
              <a:rPr lang="en-US" b="1"/>
              <a:t>Embedded Knowledge Challenges</a:t>
            </a:r>
          </a:p>
          <a:p>
            <a:pPr marL="0" lvl="1" indent="0">
              <a:buFont typeface="Arial" panose="020B0604020202020204" pitchFamily="34" charset="0"/>
              <a:buNone/>
            </a:pPr>
            <a:r>
              <a:rPr lang="en-US"/>
              <a:t>Critical iCreate logic is embedded user knowledge, making its removal difficult without disrupting workflows.</a:t>
            </a:r>
          </a:p>
          <a:p>
            <a:pPr marL="0" indent="0">
              <a:spcBef>
                <a:spcPts val="2500"/>
              </a:spcBef>
              <a:buFont typeface="Arial" panose="020B0604020202020204" pitchFamily="34" charset="0"/>
              <a:buNone/>
            </a:pPr>
            <a:r>
              <a:rPr lang="en-US" b="1"/>
              <a:t>Limited Automation Adoption</a:t>
            </a:r>
          </a:p>
          <a:p>
            <a:pPr marL="0" lvl="1" indent="0">
              <a:buFont typeface="Arial" panose="020B0604020202020204" pitchFamily="34" charset="0"/>
              <a:buNone/>
            </a:pPr>
            <a:r>
              <a:rPr lang="en-US"/>
              <a:t>Existing automation tools have low adoption due to usability issues and application-specific constraints.</a:t>
            </a:r>
          </a:p>
          <a:p>
            <a:pPr marL="0" indent="0">
              <a:spcBef>
                <a:spcPts val="2500"/>
              </a:spcBef>
              <a:buFont typeface="Arial" panose="020B0604020202020204" pitchFamily="34" charset="0"/>
              <a:buNone/>
            </a:pPr>
            <a:r>
              <a:rPr lang="en-US" b="1"/>
              <a:t>Lack of Unified Reporting</a:t>
            </a:r>
          </a:p>
          <a:p>
            <a:pPr marL="0" lvl="1" indent="0">
              <a:buFont typeface="Arial" panose="020B0604020202020204" pitchFamily="34" charset="0"/>
              <a:buNone/>
            </a:pPr>
            <a:r>
              <a:rPr lang="en-US"/>
              <a:t>No enterprise-wide dashboard provides real-time insights into change status, bottlenecks, or program impacts.</a:t>
            </a:r>
          </a:p>
        </p:txBody>
      </p:sp>
      <p:pic>
        <p:nvPicPr>
          <p:cNvPr id="5" name="Content Placeholder 4" descr="Engineers with digital tablet and projected plans">
            <a:extLst>
              <a:ext uri="{FF2B5EF4-FFF2-40B4-BE49-F238E27FC236}">
                <a16:creationId xmlns:a16="http://schemas.microsoft.com/office/drawing/2014/main" id="{D81369CD-12A3-40E0-9620-BCEB4A73AE0B}"/>
              </a:ext>
            </a:extLst>
          </p:cNvPr>
          <p:cNvPicPr>
            <a:picLocks noGrp="1" noChangeAspect="1"/>
          </p:cNvPicPr>
          <p:nvPr>
            <p:ph type="pic" sz="quarter" idx="13"/>
          </p:nvPr>
        </p:nvPicPr>
        <p:blipFill>
          <a:blip r:embed="rId3"/>
          <a:srcRect l="47948" r="12143" b="-1"/>
          <a:stretch>
            <a:fillRect/>
          </a:stretch>
        </p:blipFill>
        <p:spPr>
          <a:xfrm>
            <a:off x="8091732" y="10"/>
            <a:ext cx="4100267" cy="6857990"/>
          </a:xfrm>
        </p:spPr>
      </p:pic>
    </p:spTree>
    <p:extLst>
      <p:ext uri="{BB962C8B-B14F-4D97-AF65-F5344CB8AC3E}">
        <p14:creationId xmlns:p14="http://schemas.microsoft.com/office/powerpoint/2010/main" val="41116525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5_DEDDE4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57BA0-E757-C0CB-5B68-3A8D8F578448}"/>
              </a:ext>
            </a:extLst>
          </p:cNvPr>
          <p:cNvSpPr>
            <a:spLocks noGrp="1"/>
          </p:cNvSpPr>
          <p:nvPr>
            <p:ph type="ctrTitle"/>
          </p:nvPr>
        </p:nvSpPr>
        <p:spPr>
          <a:xfrm>
            <a:off x="609600" y="990600"/>
            <a:ext cx="10058400" cy="5029200"/>
          </a:xfrm>
        </p:spPr>
        <p:txBody>
          <a:bodyPr anchor="b">
            <a:normAutofit/>
          </a:bodyPr>
          <a:lstStyle/>
          <a:p>
            <a:r>
              <a:rPr lang="en-US" sz="9400"/>
              <a:t>Strategic Vision and Phased Approach</a:t>
            </a:r>
          </a:p>
        </p:txBody>
      </p:sp>
    </p:spTree>
    <p:extLst>
      <p:ext uri="{BB962C8B-B14F-4D97-AF65-F5344CB8AC3E}">
        <p14:creationId xmlns:p14="http://schemas.microsoft.com/office/powerpoint/2010/main" val="37390839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6_F2B9E0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1B1BE-A5FE-A86D-7E90-8D843BF5BDC3}"/>
              </a:ext>
            </a:extLst>
          </p:cNvPr>
          <p:cNvSpPr>
            <a:spLocks noGrp="1"/>
          </p:cNvSpPr>
          <p:nvPr>
            <p:ph type="title"/>
          </p:nvPr>
        </p:nvSpPr>
        <p:spPr>
          <a:xfrm>
            <a:off x="609599" y="685800"/>
            <a:ext cx="4564763" cy="1426798"/>
          </a:xfrm>
        </p:spPr>
        <p:txBody>
          <a:bodyPr anchor="b">
            <a:normAutofit/>
          </a:bodyPr>
          <a:lstStyle/>
          <a:p>
            <a:r>
              <a:rPr lang="en-US" sz="3000"/>
              <a:t>Target-State Vision for Intelligent Change Management</a:t>
            </a:r>
          </a:p>
        </p:txBody>
      </p:sp>
      <p:pic>
        <p:nvPicPr>
          <p:cNvPr id="5" name="Content Placeholder 4" descr="Medical interface of the future, a system for managing medical data obtained by scanning and visualizing the neural network of the human brain. The medicine of the future should have all modern methods of diagnosis and therapy, as well as high-tech equipment.">
            <a:extLst>
              <a:ext uri="{FF2B5EF4-FFF2-40B4-BE49-F238E27FC236}">
                <a16:creationId xmlns:a16="http://schemas.microsoft.com/office/drawing/2014/main" id="{942C840B-6F1A-4CB3-9B59-D47B8062EB49}"/>
              </a:ext>
            </a:extLst>
          </p:cNvPr>
          <p:cNvPicPr>
            <a:picLocks noGrp="1" noChangeAspect="1"/>
          </p:cNvPicPr>
          <p:nvPr>
            <p:ph type="pic" sz="quarter" idx="15"/>
          </p:nvPr>
        </p:nvPicPr>
        <p:blipFill>
          <a:blip r:embed="rId3"/>
          <a:srcRect l="17941" r="15846"/>
          <a:stretch>
            <a:fillRect/>
          </a:stretch>
        </p:blipFill>
        <p:spPr>
          <a:xfrm>
            <a:off x="609599" y="2514600"/>
            <a:ext cx="4564763" cy="3636598"/>
          </a:xfrm>
        </p:spPr>
      </p:pic>
      <p:sp>
        <p:nvSpPr>
          <p:cNvPr id="4" name="Content Placeholder 3">
            <a:extLst>
              <a:ext uri="{FF2B5EF4-FFF2-40B4-BE49-F238E27FC236}">
                <a16:creationId xmlns:a16="http://schemas.microsoft.com/office/drawing/2014/main" id="{499E195B-34B3-032E-F141-A63402665BC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0060" y="685800"/>
            <a:ext cx="5792341" cy="5465398"/>
          </a:xfrm>
        </p:spPr>
        <p:txBody>
          <a:bodyPr>
            <a:normAutofit/>
          </a:bodyPr>
          <a:lstStyle/>
          <a:p>
            <a:pPr marL="0" indent="0">
              <a:spcBef>
                <a:spcPts val="2500"/>
              </a:spcBef>
              <a:buFont typeface="Arial" panose="020B0604020202020204" pitchFamily="34" charset="0"/>
              <a:buNone/>
            </a:pPr>
            <a:r>
              <a:rPr lang="en-US" b="1"/>
              <a:t>Integrated Intelligent Platform</a:t>
            </a:r>
          </a:p>
          <a:p>
            <a:pPr marL="0" lvl="1" indent="0">
              <a:buFont typeface="Arial" panose="020B0604020202020204" pitchFamily="34" charset="0"/>
              <a:buNone/>
            </a:pPr>
            <a:r>
              <a:rPr lang="en-US"/>
              <a:t>A seamless platform integrates change management within the 3DX ecosystem while ensuring governance compliance.</a:t>
            </a:r>
          </a:p>
          <a:p>
            <a:pPr marL="0" indent="0">
              <a:spcBef>
                <a:spcPts val="2500"/>
              </a:spcBef>
              <a:buFont typeface="Arial" panose="020B0604020202020204" pitchFamily="34" charset="0"/>
              <a:buNone/>
            </a:pPr>
            <a:r>
              <a:rPr lang="en-US" b="1"/>
              <a:t>Event-Driven Automation</a:t>
            </a:r>
          </a:p>
          <a:p>
            <a:pPr marL="0" lvl="1" indent="0">
              <a:buFont typeface="Arial" panose="020B0604020202020204" pitchFamily="34" charset="0"/>
              <a:buNone/>
            </a:pPr>
            <a:r>
              <a:rPr lang="en-US"/>
              <a:t>Automated event-driven workflows connect change initiation, impact analysis, approvals, and reporting without manual handoffs.</a:t>
            </a:r>
          </a:p>
          <a:p>
            <a:pPr marL="0" indent="0">
              <a:spcBef>
                <a:spcPts val="2500"/>
              </a:spcBef>
              <a:buFont typeface="Arial" panose="020B0604020202020204" pitchFamily="34" charset="0"/>
              <a:buNone/>
            </a:pPr>
            <a:r>
              <a:rPr lang="en-US" b="1"/>
              <a:t>Proactive Impact Identification</a:t>
            </a:r>
          </a:p>
          <a:p>
            <a:pPr marL="0" lvl="1" indent="0">
              <a:buFont typeface="Arial" panose="020B0604020202020204" pitchFamily="34" charset="0"/>
              <a:buNone/>
            </a:pPr>
            <a:r>
              <a:rPr lang="en-US"/>
              <a:t>The system detects changes in parts and EBOM updates, highlighting impacted vehicle lines and downstream artifacts proactively.</a:t>
            </a:r>
          </a:p>
          <a:p>
            <a:pPr marL="0" indent="0">
              <a:spcBef>
                <a:spcPts val="2500"/>
              </a:spcBef>
              <a:buFont typeface="Arial" panose="020B0604020202020204" pitchFamily="34" charset="0"/>
              <a:buNone/>
            </a:pPr>
            <a:r>
              <a:rPr lang="en-US" b="1"/>
              <a:t>Flexible AI-Enabled Transition</a:t>
            </a:r>
          </a:p>
          <a:p>
            <a:pPr marL="0" lvl="1" indent="0">
              <a:buFont typeface="Arial" panose="020B0604020202020204" pitchFamily="34" charset="0"/>
              <a:buNone/>
            </a:pPr>
            <a:r>
              <a:rPr lang="en-US"/>
              <a:t>Gradual embedding of AI-assisted recommendations supports safe transition and flexible configuration across programs.</a:t>
            </a:r>
          </a:p>
        </p:txBody>
      </p:sp>
    </p:spTree>
    <p:extLst>
      <p:ext uri="{BB962C8B-B14F-4D97-AF65-F5344CB8AC3E}">
        <p14:creationId xmlns:p14="http://schemas.microsoft.com/office/powerpoint/2010/main" val="40722679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7_495430C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3A7FF-6CDF-7733-B8EF-1323AA508C11}"/>
              </a:ext>
            </a:extLst>
          </p:cNvPr>
          <p:cNvSpPr>
            <a:spLocks noGrp="1"/>
          </p:cNvSpPr>
          <p:nvPr>
            <p:ph type="title"/>
          </p:nvPr>
        </p:nvSpPr>
        <p:spPr/>
        <p:txBody>
          <a:bodyPr/>
          <a:lstStyle/>
          <a:p>
            <a:r>
              <a:rPr lang="en-US"/>
              <a:t>Phased Transformation Strategy</a:t>
            </a:r>
          </a:p>
        </p:txBody>
      </p:sp>
      <p:pic>
        <p:nvPicPr>
          <p:cNvPr id="5" name="Content Placeholder 4" descr="technology and innovation concept">
            <a:extLst>
              <a:ext uri="{FF2B5EF4-FFF2-40B4-BE49-F238E27FC236}">
                <a16:creationId xmlns:a16="http://schemas.microsoft.com/office/drawing/2014/main" id="{C3051BDC-DCE0-4B23-9DC7-75F59955DB7A}"/>
              </a:ext>
            </a:extLst>
          </p:cNvPr>
          <p:cNvPicPr>
            <a:picLocks noGrp="1" noChangeAspect="1"/>
          </p:cNvPicPr>
          <p:nvPr>
            <p:ph sz="quarter" idx="15"/>
          </p:nvPr>
        </p:nvPicPr>
        <p:blipFill>
          <a:blip r:embed="rId3"/>
          <a:stretch>
            <a:fillRect/>
          </a:stretch>
        </p:blipFill>
        <p:spPr>
          <a:xfrm>
            <a:off x="612775" y="2159992"/>
            <a:ext cx="5075238" cy="3806428"/>
          </a:xfrm>
          <a:prstGeom prst="rect">
            <a:avLst/>
          </a:prstGeom>
        </p:spPr>
      </p:pic>
      <p:sp>
        <p:nvSpPr>
          <p:cNvPr id="4" name="Content Placeholder 3">
            <a:extLst>
              <a:ext uri="{FF2B5EF4-FFF2-40B4-BE49-F238E27FC236}">
                <a16:creationId xmlns:a16="http://schemas.microsoft.com/office/drawing/2014/main" id="{4255105F-AFF4-E6C7-FAFC-7A5676EE8A4F}"/>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lstStyle/>
          <a:p>
            <a:pPr>
              <a:buFont typeface="Arial" panose="020B0604020202020204" pitchFamily="34" charset="0"/>
              <a:buChar char="•"/>
            </a:pPr>
            <a:r>
              <a:rPr lang="en-US"/>
              <a:t>Incremental Capability Introduction</a:t>
            </a:r>
          </a:p>
          <a:p>
            <a:pPr marL="742950" lvl="1" indent="-285750">
              <a:buFont typeface="Arial" panose="020B0604020202020204" pitchFamily="34" charset="0"/>
              <a:buChar char="•"/>
            </a:pPr>
            <a:r>
              <a:rPr lang="en-US"/>
              <a:t>Capabilities are introduced incrementally, aligning with vehicle program timelines and organizational readiness for smoother adoption.</a:t>
            </a:r>
          </a:p>
          <a:p>
            <a:pPr>
              <a:buFont typeface="Arial" panose="020B0604020202020204" pitchFamily="34" charset="0"/>
              <a:buChar char="•"/>
            </a:pPr>
            <a:r>
              <a:rPr lang="en-US"/>
              <a:t>Phase-Specific Focus Areas</a:t>
            </a:r>
          </a:p>
          <a:p>
            <a:pPr marL="742950" lvl="1" indent="-285750">
              <a:buFont typeface="Arial" panose="020B0604020202020204" pitchFamily="34" charset="0"/>
              <a:buChar char="•"/>
            </a:pPr>
            <a:r>
              <a:rPr lang="en-US"/>
              <a:t>Each phase targets specific vehicle programs and legacy systems to ensure controlled implementation and scalability.</a:t>
            </a:r>
          </a:p>
          <a:p>
            <a:pPr>
              <a:buFont typeface="Arial" panose="020B0604020202020204" pitchFamily="34" charset="0"/>
              <a:buChar char="•"/>
            </a:pPr>
            <a:r>
              <a:rPr lang="en-US"/>
              <a:t>Value Delivery and Feedback</a:t>
            </a:r>
          </a:p>
          <a:p>
            <a:pPr marL="742950" lvl="1" indent="-285750">
              <a:buFont typeface="Arial" panose="020B0604020202020204" pitchFamily="34" charset="0"/>
              <a:buChar char="•"/>
            </a:pPr>
            <a:r>
              <a:rPr lang="en-US"/>
              <a:t>Each phase delivers tangible value such as reduced manual effort and improved visibility, with clear checkpoints for stakeholder feedback.</a:t>
            </a:r>
          </a:p>
          <a:p>
            <a:pPr>
              <a:buFont typeface="Arial" panose="020B0604020202020204" pitchFamily="34" charset="0"/>
              <a:buChar char="•"/>
            </a:pPr>
            <a:r>
              <a:rPr lang="en-US"/>
              <a:t>Alignment with Business Milestones</a:t>
            </a:r>
          </a:p>
          <a:p>
            <a:pPr marL="742950" lvl="1" indent="-285750">
              <a:buFont typeface="Arial" panose="020B0604020202020204" pitchFamily="34" charset="0"/>
              <a:buChar char="•"/>
            </a:pPr>
            <a:r>
              <a:rPr lang="en-US"/>
              <a:t>The strategy aligns technical delivery with business goals to minimize disruption and support change management adoption.</a:t>
            </a:r>
          </a:p>
        </p:txBody>
      </p:sp>
    </p:spTree>
    <p:extLst>
      <p:ext uri="{BB962C8B-B14F-4D97-AF65-F5344CB8AC3E}">
        <p14:creationId xmlns:p14="http://schemas.microsoft.com/office/powerpoint/2010/main" val="1230254282"/>
      </p:ext>
    </p:extLst>
  </p:cSld>
  <p:clrMapOvr>
    <a:masterClrMapping/>
  </p:clrMapOvr>
</p:sld>
</file>

<file path=ppt/slides/slide_A08_AC34582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110A4-C4D4-ED36-72F7-E906703AE588}"/>
              </a:ext>
            </a:extLst>
          </p:cNvPr>
          <p:cNvSpPr>
            <a:spLocks noGrp="1"/>
          </p:cNvSpPr>
          <p:nvPr>
            <p:ph type="ctrTitle"/>
          </p:nvPr>
        </p:nvSpPr>
        <p:spPr/>
        <p:txBody>
          <a:bodyPr/>
          <a:lstStyle/>
          <a:p>
            <a:r>
              <a:rPr lang="en-US"/>
              <a:t>Program-Based Rollout Roadmap</a:t>
            </a:r>
          </a:p>
        </p:txBody>
      </p:sp>
    </p:spTree>
    <p:extLst>
      <p:ext uri="{BB962C8B-B14F-4D97-AF65-F5344CB8AC3E}">
        <p14:creationId xmlns:p14="http://schemas.microsoft.com/office/powerpoint/2010/main" val="2889111599"/>
      </p:ext>
    </p:extLst>
  </p:cSld>
  <p:clrMapOvr>
    <a:masterClrMapping/>
  </p:clrMapOvr>
</p:sld>
</file>

<file path=ppt/slides/slide_A09_238D398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7837E-F03D-C2C5-7DC3-A5BFCBD40E6E}"/>
              </a:ext>
            </a:extLst>
          </p:cNvPr>
          <p:cNvSpPr>
            <a:spLocks noGrp="1"/>
          </p:cNvSpPr>
          <p:nvPr>
            <p:ph type="title"/>
          </p:nvPr>
        </p:nvSpPr>
        <p:spPr>
          <a:xfrm>
            <a:off x="609599" y="685800"/>
            <a:ext cx="4564763" cy="1426798"/>
          </a:xfrm>
        </p:spPr>
        <p:txBody>
          <a:bodyPr anchor="b">
            <a:normAutofit/>
          </a:bodyPr>
          <a:lstStyle/>
          <a:p>
            <a:r>
              <a:rPr lang="en-US" sz="3400"/>
              <a:t>Phase 1 – L460 Rollout (Current Year)</a:t>
            </a:r>
          </a:p>
        </p:txBody>
      </p:sp>
      <p:pic>
        <p:nvPicPr>
          <p:cNvPr id="5" name="Content Placeholder 4" descr="Credit score report">
            <a:extLst>
              <a:ext uri="{FF2B5EF4-FFF2-40B4-BE49-F238E27FC236}">
                <a16:creationId xmlns:a16="http://schemas.microsoft.com/office/drawing/2014/main" id="{8625ABE7-00DA-45F8-A02A-AFA20B72E6B9}"/>
              </a:ext>
            </a:extLst>
          </p:cNvPr>
          <p:cNvPicPr>
            <a:picLocks noGrp="1" noChangeAspect="1"/>
          </p:cNvPicPr>
          <p:nvPr>
            <p:ph type="pic" sz="quarter" idx="15"/>
          </p:nvPr>
        </p:nvPicPr>
        <p:blipFill>
          <a:blip r:embed="rId3"/>
          <a:stretch/>
        </p:blipFill>
        <p:spPr>
          <a:xfrm>
            <a:off x="609599" y="2621113"/>
            <a:ext cx="4564763" cy="3423572"/>
          </a:xfrm>
        </p:spPr>
      </p:pic>
      <p:sp>
        <p:nvSpPr>
          <p:cNvPr id="4" name="Content Placeholder 3">
            <a:extLst>
              <a:ext uri="{FF2B5EF4-FFF2-40B4-BE49-F238E27FC236}">
                <a16:creationId xmlns:a16="http://schemas.microsoft.com/office/drawing/2014/main" id="{C4154899-D6C2-561D-60D1-9A566BF61FF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0060" y="685800"/>
            <a:ext cx="5792341" cy="5465398"/>
          </a:xfrm>
        </p:spPr>
        <p:txBody>
          <a:bodyPr>
            <a:normAutofit/>
          </a:bodyPr>
          <a:lstStyle/>
          <a:p>
            <a:pPr marL="0" indent="0">
              <a:spcBef>
                <a:spcPts val="2500"/>
              </a:spcBef>
              <a:buFont typeface="Arial" panose="020B0604020202020204" pitchFamily="34" charset="0"/>
              <a:buNone/>
            </a:pPr>
            <a:r>
              <a:rPr lang="en-US" b="1"/>
              <a:t>iCreate-Independent Change Flow</a:t>
            </a:r>
          </a:p>
          <a:p>
            <a:pPr marL="0" lvl="1" indent="0">
              <a:buFont typeface="Arial" panose="020B0604020202020204" pitchFamily="34" charset="0"/>
              <a:buNone/>
            </a:pPr>
            <a:r>
              <a:rPr lang="en-US"/>
              <a:t>Phase 1 aims to enable change processes independent of iCreate, reducing complexity for the L460 single-plant vehicle program.</a:t>
            </a:r>
          </a:p>
          <a:p>
            <a:pPr marL="0" indent="0">
              <a:spcBef>
                <a:spcPts val="2500"/>
              </a:spcBef>
              <a:buFont typeface="Arial" panose="020B0604020202020204" pitchFamily="34" charset="0"/>
              <a:buNone/>
            </a:pPr>
            <a:r>
              <a:rPr lang="en-US" b="1"/>
              <a:t>Smart Change Creation</a:t>
            </a:r>
          </a:p>
          <a:p>
            <a:pPr marL="0" lvl="1" indent="0">
              <a:buFont typeface="Arial" panose="020B0604020202020204" pitchFamily="34" charset="0"/>
              <a:buNone/>
            </a:pPr>
            <a:r>
              <a:rPr lang="en-US"/>
              <a:t>Introducing smart change creation tools to enhance structured change management and improve visibility during the rollout.</a:t>
            </a:r>
          </a:p>
          <a:p>
            <a:pPr marL="0" indent="0">
              <a:spcBef>
                <a:spcPts val="2500"/>
              </a:spcBef>
              <a:buFont typeface="Arial" panose="020B0604020202020204" pitchFamily="34" charset="0"/>
              <a:buNone/>
            </a:pPr>
            <a:r>
              <a:rPr lang="en-US" b="1"/>
              <a:t>Enhanced Dashboarding</a:t>
            </a:r>
          </a:p>
          <a:p>
            <a:pPr marL="0" lvl="1" indent="0">
              <a:buFont typeface="Arial" panose="020B0604020202020204" pitchFamily="34" charset="0"/>
              <a:buNone/>
            </a:pPr>
            <a:r>
              <a:rPr lang="en-US"/>
              <a:t>Dashboards provide quick wins by improving transparency and delivering immediate value to stakeholders without disrupting workflows.</a:t>
            </a:r>
          </a:p>
          <a:p>
            <a:pPr marL="0" indent="0">
              <a:spcBef>
                <a:spcPts val="2500"/>
              </a:spcBef>
              <a:buFont typeface="Arial" panose="020B0604020202020204" pitchFamily="34" charset="0"/>
              <a:buNone/>
            </a:pPr>
            <a:r>
              <a:rPr lang="en-US" b="1"/>
              <a:t>Impact Analysis Capability</a:t>
            </a:r>
          </a:p>
          <a:p>
            <a:pPr marL="0" lvl="1" indent="0">
              <a:buFont typeface="Arial" panose="020B0604020202020204" pitchFamily="34" charset="0"/>
              <a:buNone/>
            </a:pPr>
            <a:r>
              <a:rPr lang="en-US"/>
              <a:t>Initial capability for impact analysis supports informed decision-making and design refinements for future phases.</a:t>
            </a:r>
          </a:p>
        </p:txBody>
      </p:sp>
    </p:spTree>
    <p:extLst>
      <p:ext uri="{BB962C8B-B14F-4D97-AF65-F5344CB8AC3E}">
        <p14:creationId xmlns:p14="http://schemas.microsoft.com/office/powerpoint/2010/main" val="5964578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0_589576D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3B552-0EAF-956F-C57E-40260BB1BCF7}"/>
              </a:ext>
            </a:extLst>
          </p:cNvPr>
          <p:cNvSpPr>
            <a:spLocks noGrp="1"/>
          </p:cNvSpPr>
          <p:nvPr>
            <p:ph type="title"/>
          </p:nvPr>
        </p:nvSpPr>
        <p:spPr>
          <a:xfrm>
            <a:off x="612647" y="685800"/>
            <a:ext cx="6858000" cy="1111532"/>
          </a:xfrm>
        </p:spPr>
        <p:txBody>
          <a:bodyPr anchor="b">
            <a:normAutofit/>
          </a:bodyPr>
          <a:lstStyle/>
          <a:p>
            <a:r>
              <a:rPr lang="en-US" sz="3800"/>
              <a:t>Business and Technical Benefits</a:t>
            </a:r>
          </a:p>
        </p:txBody>
      </p:sp>
      <p:sp>
        <p:nvSpPr>
          <p:cNvPr id="4" name="Content Placeholder 3">
            <a:extLst>
              <a:ext uri="{FF2B5EF4-FFF2-40B4-BE49-F238E27FC236}">
                <a16:creationId xmlns:a16="http://schemas.microsoft.com/office/drawing/2014/main" id="{94CB4AF2-CB5E-D4C3-2C77-9C9A23623FA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965960"/>
            <a:ext cx="6858000" cy="4200198"/>
          </a:xfrm>
        </p:spPr>
        <p:txBody>
          <a:bodyPr>
            <a:normAutofit/>
          </a:bodyPr>
          <a:lstStyle/>
          <a:p>
            <a:pPr marL="0" indent="0">
              <a:spcBef>
                <a:spcPts val="2500"/>
              </a:spcBef>
              <a:buFont typeface="Arial" panose="020B0604020202020204" pitchFamily="34" charset="0"/>
              <a:buNone/>
            </a:pPr>
            <a:r>
              <a:rPr lang="en-US" b="1"/>
              <a:t>Business Efficiency Gains</a:t>
            </a:r>
          </a:p>
          <a:p>
            <a:pPr marL="0" lvl="1" indent="0">
              <a:buFont typeface="Arial" panose="020B0604020202020204" pitchFamily="34" charset="0"/>
              <a:buNone/>
            </a:pPr>
            <a:r>
              <a:rPr lang="en-US"/>
              <a:t>Reduced manual effort and faster change cycles lead to significant cost savings and improved delivery confidence.</a:t>
            </a:r>
          </a:p>
          <a:p>
            <a:pPr marL="0" indent="0">
              <a:spcBef>
                <a:spcPts val="2500"/>
              </a:spcBef>
              <a:buFont typeface="Arial" panose="020B0604020202020204" pitchFamily="34" charset="0"/>
              <a:buNone/>
            </a:pPr>
            <a:r>
              <a:rPr lang="en-US" b="1"/>
              <a:t>Enhanced Decision-Making</a:t>
            </a:r>
          </a:p>
          <a:p>
            <a:pPr marL="0" lvl="1" indent="0">
              <a:buFont typeface="Arial" panose="020B0604020202020204" pitchFamily="34" charset="0"/>
              <a:buNone/>
            </a:pPr>
            <a:r>
              <a:rPr lang="en-US"/>
              <a:t>Improved visibility supports better decision-making and proactive risk management for business success.</a:t>
            </a:r>
          </a:p>
          <a:p>
            <a:pPr marL="0" indent="0">
              <a:spcBef>
                <a:spcPts val="2500"/>
              </a:spcBef>
              <a:buFont typeface="Arial" panose="020B0604020202020204" pitchFamily="34" charset="0"/>
              <a:buNone/>
            </a:pPr>
            <a:r>
              <a:rPr lang="en-US" b="1"/>
              <a:t>Technical Integration Benefits</a:t>
            </a:r>
          </a:p>
          <a:p>
            <a:pPr marL="0" lvl="1" indent="0">
              <a:buFont typeface="Arial" panose="020B0604020202020204" pitchFamily="34" charset="0"/>
              <a:buNone/>
            </a:pPr>
            <a:r>
              <a:rPr lang="en-US"/>
              <a:t>Event-driven workflows improve data consistency and reduce system fragmentation across technical environments.</a:t>
            </a:r>
          </a:p>
          <a:p>
            <a:pPr marL="0" indent="0">
              <a:spcBef>
                <a:spcPts val="2500"/>
              </a:spcBef>
              <a:buFont typeface="Arial" panose="020B0604020202020204" pitchFamily="34" charset="0"/>
              <a:buNone/>
            </a:pPr>
            <a:r>
              <a:rPr lang="en-US" b="1"/>
              <a:t>Scalability and Maintenance</a:t>
            </a:r>
          </a:p>
          <a:p>
            <a:pPr marL="0" lvl="1" indent="0">
              <a:buFont typeface="Arial" panose="020B0604020202020204" pitchFamily="34" charset="0"/>
              <a:buNone/>
            </a:pPr>
            <a:r>
              <a:rPr lang="en-US"/>
              <a:t>Standardized templates and reusable components lower maintenance overhead and support system scalability.</a:t>
            </a:r>
          </a:p>
        </p:txBody>
      </p:sp>
      <p:pic>
        <p:nvPicPr>
          <p:cNvPr id="5" name="Content Placeholder 4" descr="Thinking progress, searching for idea. Businessman in a black suite with gears (progress symbol) instead of head. From small to medium and big. Arrow pointing from one to another.">
            <a:extLst>
              <a:ext uri="{FF2B5EF4-FFF2-40B4-BE49-F238E27FC236}">
                <a16:creationId xmlns:a16="http://schemas.microsoft.com/office/drawing/2014/main" id="{855CF4C3-49B7-40FA-B647-9B162B1D8AAB}"/>
              </a:ext>
            </a:extLst>
          </p:cNvPr>
          <p:cNvPicPr>
            <a:picLocks noGrp="1" noChangeAspect="1"/>
          </p:cNvPicPr>
          <p:nvPr>
            <p:ph type="pic" sz="quarter" idx="13"/>
          </p:nvPr>
        </p:nvPicPr>
        <p:blipFill>
          <a:blip r:embed="rId3"/>
          <a:srcRect l="33274" r="26816" b="-1"/>
          <a:stretch>
            <a:fillRect/>
          </a:stretch>
        </p:blipFill>
        <p:spPr>
          <a:xfrm>
            <a:off x="8091732" y="10"/>
            <a:ext cx="4100267" cy="6857990"/>
          </a:xfrm>
        </p:spPr>
      </p:pic>
    </p:spTree>
    <p:extLst>
      <p:ext uri="{BB962C8B-B14F-4D97-AF65-F5344CB8AC3E}">
        <p14:creationId xmlns:p14="http://schemas.microsoft.com/office/powerpoint/2010/main" val="14861902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1_871F1F8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BBE52-D264-4FC6-CA1C-6AC68058D4CA}"/>
              </a:ext>
            </a:extLst>
          </p:cNvPr>
          <p:cNvSpPr>
            <a:spLocks noGrp="1"/>
          </p:cNvSpPr>
          <p:nvPr>
            <p:ph type="title"/>
          </p:nvPr>
        </p:nvSpPr>
        <p:spPr>
          <a:xfrm>
            <a:off x="609599" y="685800"/>
            <a:ext cx="4564763" cy="1426798"/>
          </a:xfrm>
        </p:spPr>
        <p:txBody>
          <a:bodyPr anchor="b">
            <a:normAutofit/>
          </a:bodyPr>
          <a:lstStyle/>
          <a:p>
            <a:r>
              <a:rPr lang="en-US" sz="3400"/>
              <a:t>Roadmap Timeline and Strategic Conclusion</a:t>
            </a:r>
          </a:p>
        </p:txBody>
      </p:sp>
      <p:pic>
        <p:nvPicPr>
          <p:cNvPr id="5" name="Content Placeholder 4" descr="Illustration of programming code">
            <a:extLst>
              <a:ext uri="{FF2B5EF4-FFF2-40B4-BE49-F238E27FC236}">
                <a16:creationId xmlns:a16="http://schemas.microsoft.com/office/drawing/2014/main" id="{74DD5482-39DE-46A1-8DD4-074FA9475668}"/>
              </a:ext>
            </a:extLst>
          </p:cNvPr>
          <p:cNvPicPr>
            <a:picLocks noGrp="1" noChangeAspect="1"/>
          </p:cNvPicPr>
          <p:nvPr>
            <p:ph type="pic" sz="quarter" idx="15"/>
          </p:nvPr>
        </p:nvPicPr>
        <p:blipFill>
          <a:blip r:embed="rId3"/>
          <a:srcRect l="15127" r="22112"/>
          <a:stretch>
            <a:fillRect/>
          </a:stretch>
        </p:blipFill>
        <p:spPr>
          <a:xfrm>
            <a:off x="609599" y="2514600"/>
            <a:ext cx="4564763" cy="3636598"/>
          </a:xfrm>
        </p:spPr>
      </p:pic>
      <p:sp>
        <p:nvSpPr>
          <p:cNvPr id="4" name="Content Placeholder 3">
            <a:extLst>
              <a:ext uri="{FF2B5EF4-FFF2-40B4-BE49-F238E27FC236}">
                <a16:creationId xmlns:a16="http://schemas.microsoft.com/office/drawing/2014/main" id="{C6E38D7B-6E1E-879F-81FD-C18C1461899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90060" y="685800"/>
            <a:ext cx="5792341" cy="5465398"/>
          </a:xfrm>
        </p:spPr>
        <p:txBody>
          <a:bodyPr>
            <a:normAutofit/>
          </a:bodyPr>
          <a:lstStyle/>
          <a:p>
            <a:pPr marL="0" indent="0">
              <a:spcBef>
                <a:spcPts val="2500"/>
              </a:spcBef>
              <a:buFont typeface="Arial" panose="020B0604020202020204" pitchFamily="34" charset="0"/>
              <a:buNone/>
            </a:pPr>
            <a:r>
              <a:rPr lang="en-US" b="1"/>
              <a:t>Initial Focus on L460</a:t>
            </a:r>
          </a:p>
          <a:p>
            <a:pPr marL="0" lvl="1" indent="0">
              <a:buFont typeface="Arial" panose="020B0604020202020204" pitchFamily="34" charset="0"/>
              <a:buNone/>
            </a:pPr>
            <a:r>
              <a:rPr lang="en-US"/>
              <a:t>Current year priorities include delivering POC capabilities, dashboards, and beginning automation for L460.</a:t>
            </a:r>
          </a:p>
          <a:p>
            <a:pPr marL="0" indent="0">
              <a:spcBef>
                <a:spcPts val="2500"/>
              </a:spcBef>
              <a:buFont typeface="Arial" panose="020B0604020202020204" pitchFamily="34" charset="0"/>
              <a:buNone/>
            </a:pPr>
            <a:r>
              <a:rPr lang="en-US" b="1"/>
              <a:t>Expansion to L461 and Integration</a:t>
            </a:r>
          </a:p>
          <a:p>
            <a:pPr marL="0" lvl="1" indent="0">
              <a:buFont typeface="Arial" panose="020B0604020202020204" pitchFamily="34" charset="0"/>
              <a:buNone/>
            </a:pPr>
            <a:r>
              <a:rPr lang="en-US"/>
              <a:t>Next year focuses on expanding coverage to L461 and enhancing enterprise integration and workflow automation.</a:t>
            </a:r>
          </a:p>
          <a:p>
            <a:pPr marL="0" indent="0">
              <a:spcBef>
                <a:spcPts val="2500"/>
              </a:spcBef>
              <a:buFont typeface="Arial" panose="020B0604020202020204" pitchFamily="34" charset="0"/>
              <a:buNone/>
            </a:pPr>
            <a:r>
              <a:rPr lang="en-US" b="1"/>
              <a:t>AI-Assisted Intelligence and iCreate Decommissioning</a:t>
            </a:r>
          </a:p>
          <a:p>
            <a:pPr marL="0" lvl="1" indent="0">
              <a:buFont typeface="Arial" panose="020B0604020202020204" pitchFamily="34" charset="0"/>
              <a:buNone/>
            </a:pPr>
            <a:r>
              <a:rPr lang="en-US"/>
              <a:t>Future goals include AI-assisted intelligence and complete decommissioning of iCreate as capabilities mature.</a:t>
            </a:r>
          </a:p>
          <a:p>
            <a:pPr marL="0" indent="0">
              <a:spcBef>
                <a:spcPts val="2500"/>
              </a:spcBef>
              <a:buFont typeface="Arial" panose="020B0604020202020204" pitchFamily="34" charset="0"/>
              <a:buNone/>
            </a:pPr>
            <a:r>
              <a:rPr lang="en-US" b="1"/>
              <a:t>Strategic Conclusion</a:t>
            </a:r>
          </a:p>
          <a:p>
            <a:pPr marL="0" lvl="1" indent="0">
              <a:buFont typeface="Arial" panose="020B0604020202020204" pitchFamily="34" charset="0"/>
              <a:buNone/>
            </a:pPr>
            <a:r>
              <a:rPr lang="en-US"/>
              <a:t>Building a scalable foundation starting with L460 enables a confident transition to an intelligent change management ecosystem.</a:t>
            </a:r>
          </a:p>
        </p:txBody>
      </p:sp>
    </p:spTree>
    <p:extLst>
      <p:ext uri="{BB962C8B-B14F-4D97-AF65-F5344CB8AC3E}">
        <p14:creationId xmlns:p14="http://schemas.microsoft.com/office/powerpoint/2010/main" val="22669638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_0_205A812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2D2C8445.xml><?xml version="1.0" encoding="utf-8"?>
<a:theme xmlns:a="http://schemas.openxmlformats.org/drawingml/2006/main" name="Blockwork elegance">
  <a:themeElements>
    <a:clrScheme name="Blockwork Elegance- Copilot 1">
      <a:dk1>
        <a:srgbClr val="000000"/>
      </a:dk1>
      <a:lt1>
        <a:srgbClr val="FFFFFF"/>
      </a:lt1>
      <a:dk2>
        <a:srgbClr val="000102"/>
      </a:dk2>
      <a:lt2>
        <a:srgbClr val="F6F2E6"/>
      </a:lt2>
      <a:accent1>
        <a:srgbClr val="28436C"/>
      </a:accent1>
      <a:accent2>
        <a:srgbClr val="F3BC24"/>
      </a:accent2>
      <a:accent3>
        <a:srgbClr val="8E7B63"/>
      </a:accent3>
      <a:accent4>
        <a:srgbClr val="CC563B"/>
      </a:accent4>
      <a:accent5>
        <a:srgbClr val="A3452F"/>
      </a:accent5>
      <a:accent6>
        <a:srgbClr val="BB9D83"/>
      </a:accent6>
      <a:hlink>
        <a:srgbClr val="4E60DA"/>
      </a:hlink>
      <a:folHlink>
        <a:srgbClr val="4E6094"/>
      </a:folHlink>
    </a:clrScheme>
    <a:fontScheme name="Blockwork Elegance">
      <a:majorFont>
        <a:latin typeface="Bahnschrift SemiLight"/>
        <a:ea typeface=""/>
        <a:cs typeface=""/>
      </a:majorFont>
      <a:minorFont>
        <a:latin typeface="Bahnschrif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work Elegance_Copilot Layouts_win32_KO_V11" id="{190D3195-6803-4DBD-A5E5-D3BB0A934856}" vid="{D3DF0ADA-3EA0-49DE-8FCB-DFEAAB5B3A90}"/>
    </a:ext>
  </a:extLst>
</a:theme>
</file>

<file path=docProps/core.xml><?xml version="1.0" encoding="utf-8"?>
<cp:coreProperties xmlns:cp="http://schemas.openxmlformats.org/package/2006/metadata/core-properties" xmlns:dc="http://purl.org/dc/elements/1.1/" xmlns:dcterms="http://purl.org/dc/terms/" xmlns:xsi="http://www.w3.org/2001/XMLSchema-instance">
  <dc:creator>SGUPTA76@jaguarlandrover.com</dc:creator>
  <cp:lastModifiedBy>SGUPTA76@jaguarlandrover.com</cp:lastModifiedBy>
</cp:coreProperties>
</file>